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65" r:id="rId5"/>
    <p:sldId id="264" r:id="rId6"/>
    <p:sldId id="266" r:id="rId7"/>
    <p:sldId id="267" r:id="rId8"/>
    <p:sldId id="268" r:id="rId9"/>
    <p:sldId id="269" r:id="rId10"/>
    <p:sldId id="270" r:id="rId11"/>
    <p:sldId id="272" r:id="rId12"/>
    <p:sldId id="273" r:id="rId13"/>
    <p:sldId id="274" r:id="rId14"/>
    <p:sldId id="256" r:id="rId15"/>
    <p:sldId id="276" r:id="rId16"/>
    <p:sldId id="277" r:id="rId17"/>
    <p:sldId id="278" r:id="rId18"/>
    <p:sldId id="259" r:id="rId19"/>
    <p:sldId id="261" r:id="rId20"/>
    <p:sldId id="262" r:id="rId21"/>
    <p:sldId id="263" r:id="rId22"/>
    <p:sldId id="275" r:id="rId23"/>
    <p:sldId id="25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2 TDK 2.0" id="{7D583EA6-639E-4F04-9625-32C2202FAC1E}">
          <p14:sldIdLst>
            <p14:sldId id="265"/>
            <p14:sldId id="264"/>
            <p14:sldId id="266"/>
            <p14:sldId id="267"/>
            <p14:sldId id="268"/>
            <p14:sldId id="269"/>
            <p14:sldId id="270"/>
            <p14:sldId id="272"/>
            <p14:sldId id="273"/>
            <p14:sldId id="274"/>
            <p14:sldId id="256"/>
            <p14:sldId id="276"/>
            <p14:sldId id="277"/>
            <p14:sldId id="278"/>
            <p14:sldId id="259"/>
            <p14:sldId id="261"/>
            <p14:sldId id="262"/>
            <p14:sldId id="263"/>
            <p14:sldId id="275"/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C7E73A-91E9-4CC1-8FE5-677B44A8F6C9}" v="129" dt="2026-07-11T09:17:09.557"/>
  </p1510:revLst>
</p1510:revInfo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中間スタイル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975" autoAdjust="0"/>
    <p:restoredTop sz="94162" autoAdjust="0"/>
  </p:normalViewPr>
  <p:slideViewPr>
    <p:cSldViewPr snapToGrid="0" showGuides="1">
      <p:cViewPr varScale="1">
        <p:scale>
          <a:sx n="71" d="100"/>
          <a:sy n="71" d="100"/>
        </p:scale>
        <p:origin x="438" y="6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16" d="100"/>
          <a:sy n="116" d="100"/>
        </p:scale>
        <p:origin x="505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ichiro Yamaji" userId="4cf851c2-2b8e-4ae1-9758-1f58cb76b3eb" providerId="ADAL" clId="{617B3DD3-C4AE-4241-AAC1-954A6A0921D9}"/>
    <pc:docChg chg="undo custSel addSld delSld modSld sldOrd modSection">
      <pc:chgData name="Yuichiro Yamaji" userId="4cf851c2-2b8e-4ae1-9758-1f58cb76b3eb" providerId="ADAL" clId="{617B3DD3-C4AE-4241-AAC1-954A6A0921D9}" dt="2026-07-11T09:20:37.436" v="4904" actId="20577"/>
      <pc:docMkLst>
        <pc:docMk/>
      </pc:docMkLst>
      <pc:sldChg chg="ord">
        <pc:chgData name="Yuichiro Yamaji" userId="4cf851c2-2b8e-4ae1-9758-1f58cb76b3eb" providerId="ADAL" clId="{617B3DD3-C4AE-4241-AAC1-954A6A0921D9}" dt="2026-07-11T08:30:48.401" v="3843"/>
        <pc:sldMkLst>
          <pc:docMk/>
          <pc:sldMk cId="1792727866" sldId="256"/>
        </pc:sldMkLst>
      </pc:sldChg>
      <pc:sldChg chg="addSp delSp modSp mod ord">
        <pc:chgData name="Yuichiro Yamaji" userId="4cf851c2-2b8e-4ae1-9758-1f58cb76b3eb" providerId="ADAL" clId="{617B3DD3-C4AE-4241-AAC1-954A6A0921D9}" dt="2026-07-11T08:59:41.274" v="4572" actId="14100"/>
        <pc:sldMkLst>
          <pc:docMk/>
          <pc:sldMk cId="453321867" sldId="259"/>
        </pc:sldMkLst>
        <pc:spChg chg="mod">
          <ac:chgData name="Yuichiro Yamaji" userId="4cf851c2-2b8e-4ae1-9758-1f58cb76b3eb" providerId="ADAL" clId="{617B3DD3-C4AE-4241-AAC1-954A6A0921D9}" dt="2026-07-11T07:42:43.348" v="2749" actId="1076"/>
          <ac:spMkLst>
            <pc:docMk/>
            <pc:sldMk cId="453321867" sldId="259"/>
            <ac:spMk id="2" creationId="{E0B7F74B-8306-DF83-73A1-105A57F85C01}"/>
          </ac:spMkLst>
        </pc:spChg>
        <pc:spChg chg="mod">
          <ac:chgData name="Yuichiro Yamaji" userId="4cf851c2-2b8e-4ae1-9758-1f58cb76b3eb" providerId="ADAL" clId="{617B3DD3-C4AE-4241-AAC1-954A6A0921D9}" dt="2026-07-11T08:11:46.831" v="3434" actId="113"/>
          <ac:spMkLst>
            <pc:docMk/>
            <pc:sldMk cId="453321867" sldId="259"/>
            <ac:spMk id="5" creationId="{4838AF7D-5E6D-903E-C51D-1230BEFFB956}"/>
          </ac:spMkLst>
        </pc:spChg>
        <pc:spChg chg="mod">
          <ac:chgData name="Yuichiro Yamaji" userId="4cf851c2-2b8e-4ae1-9758-1f58cb76b3eb" providerId="ADAL" clId="{617B3DD3-C4AE-4241-AAC1-954A6A0921D9}" dt="2026-07-11T08:59:27.838" v="4569" actId="115"/>
          <ac:spMkLst>
            <pc:docMk/>
            <pc:sldMk cId="453321867" sldId="259"/>
            <ac:spMk id="8" creationId="{CC84F783-FD08-3787-0DFF-2F90411B4871}"/>
          </ac:spMkLst>
        </pc:spChg>
        <pc:spChg chg="del mod">
          <ac:chgData name="Yuichiro Yamaji" userId="4cf851c2-2b8e-4ae1-9758-1f58cb76b3eb" providerId="ADAL" clId="{617B3DD3-C4AE-4241-AAC1-954A6A0921D9}" dt="2026-07-11T08:58:42.587" v="4555" actId="478"/>
          <ac:spMkLst>
            <pc:docMk/>
            <pc:sldMk cId="453321867" sldId="259"/>
            <ac:spMk id="12" creationId="{B26B3448-5102-8BBA-C5FA-7B1A941862F0}"/>
          </ac:spMkLst>
        </pc:spChg>
        <pc:spChg chg="del mod">
          <ac:chgData name="Yuichiro Yamaji" userId="4cf851c2-2b8e-4ae1-9758-1f58cb76b3eb" providerId="ADAL" clId="{617B3DD3-C4AE-4241-AAC1-954A6A0921D9}" dt="2026-07-11T08:58:42.587" v="4555" actId="478"/>
          <ac:spMkLst>
            <pc:docMk/>
            <pc:sldMk cId="453321867" sldId="259"/>
            <ac:spMk id="13" creationId="{3CC64B4F-63FF-5135-2402-4117E8E2372D}"/>
          </ac:spMkLst>
        </pc:spChg>
        <pc:spChg chg="add del mod">
          <ac:chgData name="Yuichiro Yamaji" userId="4cf851c2-2b8e-4ae1-9758-1f58cb76b3eb" providerId="ADAL" clId="{617B3DD3-C4AE-4241-AAC1-954A6A0921D9}" dt="2026-07-11T08:58:42.587" v="4555" actId="478"/>
          <ac:spMkLst>
            <pc:docMk/>
            <pc:sldMk cId="453321867" sldId="259"/>
            <ac:spMk id="18" creationId="{AA49C32B-F08D-3792-1BF8-26D13DD42B6A}"/>
          </ac:spMkLst>
        </pc:spChg>
        <pc:spChg chg="add del mod">
          <ac:chgData name="Yuichiro Yamaji" userId="4cf851c2-2b8e-4ae1-9758-1f58cb76b3eb" providerId="ADAL" clId="{617B3DD3-C4AE-4241-AAC1-954A6A0921D9}" dt="2026-07-11T08:58:42.587" v="4555" actId="478"/>
          <ac:spMkLst>
            <pc:docMk/>
            <pc:sldMk cId="453321867" sldId="259"/>
            <ac:spMk id="19" creationId="{6C6EEEA0-0C16-A065-F62C-50FCD1B83193}"/>
          </ac:spMkLst>
        </pc:spChg>
        <pc:spChg chg="del mod">
          <ac:chgData name="Yuichiro Yamaji" userId="4cf851c2-2b8e-4ae1-9758-1f58cb76b3eb" providerId="ADAL" clId="{617B3DD3-C4AE-4241-AAC1-954A6A0921D9}" dt="2026-07-11T08:58:42.587" v="4555" actId="478"/>
          <ac:spMkLst>
            <pc:docMk/>
            <pc:sldMk cId="453321867" sldId="259"/>
            <ac:spMk id="20" creationId="{E7190CA9-45D1-23EF-1DF4-B2028E622DFD}"/>
          </ac:spMkLst>
        </pc:spChg>
        <pc:spChg chg="del mod">
          <ac:chgData name="Yuichiro Yamaji" userId="4cf851c2-2b8e-4ae1-9758-1f58cb76b3eb" providerId="ADAL" clId="{617B3DD3-C4AE-4241-AAC1-954A6A0921D9}" dt="2026-07-11T08:58:42.587" v="4555" actId="478"/>
          <ac:spMkLst>
            <pc:docMk/>
            <pc:sldMk cId="453321867" sldId="259"/>
            <ac:spMk id="21" creationId="{A1D1DC2A-BC40-4269-B76B-EEF31250EB34}"/>
          </ac:spMkLst>
        </pc:spChg>
        <pc:spChg chg="del mod">
          <ac:chgData name="Yuichiro Yamaji" userId="4cf851c2-2b8e-4ae1-9758-1f58cb76b3eb" providerId="ADAL" clId="{617B3DD3-C4AE-4241-AAC1-954A6A0921D9}" dt="2026-07-11T07:43:54.032" v="2844" actId="478"/>
          <ac:spMkLst>
            <pc:docMk/>
            <pc:sldMk cId="453321867" sldId="259"/>
            <ac:spMk id="22" creationId="{04DF1937-1569-058B-FC66-39EAD5856FA8}"/>
          </ac:spMkLst>
        </pc:spChg>
        <pc:spChg chg="del mod">
          <ac:chgData name="Yuichiro Yamaji" userId="4cf851c2-2b8e-4ae1-9758-1f58cb76b3eb" providerId="ADAL" clId="{617B3DD3-C4AE-4241-AAC1-954A6A0921D9}" dt="2026-07-11T08:58:42.587" v="4555" actId="478"/>
          <ac:spMkLst>
            <pc:docMk/>
            <pc:sldMk cId="453321867" sldId="259"/>
            <ac:spMk id="23" creationId="{B9A08D20-B9F6-EE27-15B2-68C8E7E970A3}"/>
          </ac:spMkLst>
        </pc:spChg>
        <pc:spChg chg="del mod">
          <ac:chgData name="Yuichiro Yamaji" userId="4cf851c2-2b8e-4ae1-9758-1f58cb76b3eb" providerId="ADAL" clId="{617B3DD3-C4AE-4241-AAC1-954A6A0921D9}" dt="2026-07-11T08:58:42.587" v="4555" actId="478"/>
          <ac:spMkLst>
            <pc:docMk/>
            <pc:sldMk cId="453321867" sldId="259"/>
            <ac:spMk id="24" creationId="{F3CD82D3-1F10-8EE1-7690-7B3CFE05564A}"/>
          </ac:spMkLst>
        </pc:spChg>
        <pc:spChg chg="add del mod">
          <ac:chgData name="Yuichiro Yamaji" userId="4cf851c2-2b8e-4ae1-9758-1f58cb76b3eb" providerId="ADAL" clId="{617B3DD3-C4AE-4241-AAC1-954A6A0921D9}" dt="2026-07-11T08:58:42.587" v="4555" actId="478"/>
          <ac:spMkLst>
            <pc:docMk/>
            <pc:sldMk cId="453321867" sldId="259"/>
            <ac:spMk id="26" creationId="{ADFF734D-FA31-2C04-E24F-4AC6DD5BC09E}"/>
          </ac:spMkLst>
        </pc:spChg>
        <pc:spChg chg="del mod">
          <ac:chgData name="Yuichiro Yamaji" userId="4cf851c2-2b8e-4ae1-9758-1f58cb76b3eb" providerId="ADAL" clId="{617B3DD3-C4AE-4241-AAC1-954A6A0921D9}" dt="2026-07-11T08:58:42.587" v="4555" actId="478"/>
          <ac:spMkLst>
            <pc:docMk/>
            <pc:sldMk cId="453321867" sldId="259"/>
            <ac:spMk id="31" creationId="{68177DE6-F0C0-57C0-6052-4FD75DDB109B}"/>
          </ac:spMkLst>
        </pc:spChg>
        <pc:spChg chg="del">
          <ac:chgData name="Yuichiro Yamaji" userId="4cf851c2-2b8e-4ae1-9758-1f58cb76b3eb" providerId="ADAL" clId="{617B3DD3-C4AE-4241-AAC1-954A6A0921D9}" dt="2026-07-11T08:58:46.597" v="4556" actId="478"/>
          <ac:spMkLst>
            <pc:docMk/>
            <pc:sldMk cId="453321867" sldId="259"/>
            <ac:spMk id="34" creationId="{508521B3-963D-7C26-85EB-457CA1E4C665}"/>
          </ac:spMkLst>
        </pc:spChg>
        <pc:spChg chg="del">
          <ac:chgData name="Yuichiro Yamaji" userId="4cf851c2-2b8e-4ae1-9758-1f58cb76b3eb" providerId="ADAL" clId="{617B3DD3-C4AE-4241-AAC1-954A6A0921D9}" dt="2026-07-11T08:58:46.597" v="4556" actId="478"/>
          <ac:spMkLst>
            <pc:docMk/>
            <pc:sldMk cId="453321867" sldId="259"/>
            <ac:spMk id="35" creationId="{A048E8CA-ADA6-74B9-09F1-6DD8538E8239}"/>
          </ac:spMkLst>
        </pc:spChg>
        <pc:spChg chg="del">
          <ac:chgData name="Yuichiro Yamaji" userId="4cf851c2-2b8e-4ae1-9758-1f58cb76b3eb" providerId="ADAL" clId="{617B3DD3-C4AE-4241-AAC1-954A6A0921D9}" dt="2026-07-11T08:58:46.597" v="4556" actId="478"/>
          <ac:spMkLst>
            <pc:docMk/>
            <pc:sldMk cId="453321867" sldId="259"/>
            <ac:spMk id="37" creationId="{6D1F9883-0C02-BDB1-0667-8656B29F69B4}"/>
          </ac:spMkLst>
        </pc:spChg>
        <pc:spChg chg="del">
          <ac:chgData name="Yuichiro Yamaji" userId="4cf851c2-2b8e-4ae1-9758-1f58cb76b3eb" providerId="ADAL" clId="{617B3DD3-C4AE-4241-AAC1-954A6A0921D9}" dt="2026-07-11T08:58:46.597" v="4556" actId="478"/>
          <ac:spMkLst>
            <pc:docMk/>
            <pc:sldMk cId="453321867" sldId="259"/>
            <ac:spMk id="38" creationId="{9C9BC6A6-91DC-A035-E683-9E2D382168A9}"/>
          </ac:spMkLst>
        </pc:spChg>
        <pc:spChg chg="del">
          <ac:chgData name="Yuichiro Yamaji" userId="4cf851c2-2b8e-4ae1-9758-1f58cb76b3eb" providerId="ADAL" clId="{617B3DD3-C4AE-4241-AAC1-954A6A0921D9}" dt="2026-07-11T08:58:46.597" v="4556" actId="478"/>
          <ac:spMkLst>
            <pc:docMk/>
            <pc:sldMk cId="453321867" sldId="259"/>
            <ac:spMk id="39" creationId="{2C2AC6F8-1E64-2BB2-F719-DBDF75D10164}"/>
          </ac:spMkLst>
        </pc:spChg>
        <pc:spChg chg="del mod">
          <ac:chgData name="Yuichiro Yamaji" userId="4cf851c2-2b8e-4ae1-9758-1f58cb76b3eb" providerId="ADAL" clId="{617B3DD3-C4AE-4241-AAC1-954A6A0921D9}" dt="2026-07-11T08:58:46.597" v="4556" actId="478"/>
          <ac:spMkLst>
            <pc:docMk/>
            <pc:sldMk cId="453321867" sldId="259"/>
            <ac:spMk id="42" creationId="{9BC99B0F-630D-50CA-BAB0-A867FFD5014B}"/>
          </ac:spMkLst>
        </pc:spChg>
        <pc:picChg chg="mod">
          <ac:chgData name="Yuichiro Yamaji" userId="4cf851c2-2b8e-4ae1-9758-1f58cb76b3eb" providerId="ADAL" clId="{617B3DD3-C4AE-4241-AAC1-954A6A0921D9}" dt="2026-07-11T07:42:36.502" v="2747" actId="14100"/>
          <ac:picMkLst>
            <pc:docMk/>
            <pc:sldMk cId="453321867" sldId="259"/>
            <ac:picMk id="7" creationId="{773EDF04-8D8A-D676-909C-CA7AE2B6D50F}"/>
          </ac:picMkLst>
        </pc:picChg>
        <pc:picChg chg="add mod">
          <ac:chgData name="Yuichiro Yamaji" userId="4cf851c2-2b8e-4ae1-9758-1f58cb76b3eb" providerId="ADAL" clId="{617B3DD3-C4AE-4241-AAC1-954A6A0921D9}" dt="2026-07-11T08:59:06.925" v="4558" actId="1076"/>
          <ac:picMkLst>
            <pc:docMk/>
            <pc:sldMk cId="453321867" sldId="259"/>
            <ac:picMk id="30" creationId="{0D54E9D1-FA19-25BB-F946-BBDECF3A854B}"/>
          </ac:picMkLst>
        </pc:picChg>
        <pc:picChg chg="mod">
          <ac:chgData name="Yuichiro Yamaji" userId="4cf851c2-2b8e-4ae1-9758-1f58cb76b3eb" providerId="ADAL" clId="{617B3DD3-C4AE-4241-AAC1-954A6A0921D9}" dt="2026-07-11T08:37:25.206" v="4099" actId="1076"/>
          <ac:picMkLst>
            <pc:docMk/>
            <pc:sldMk cId="453321867" sldId="259"/>
            <ac:picMk id="32" creationId="{B9F96290-DD26-78E5-FE63-214984A859C6}"/>
          </ac:picMkLst>
        </pc:picChg>
        <pc:picChg chg="mod">
          <ac:chgData name="Yuichiro Yamaji" userId="4cf851c2-2b8e-4ae1-9758-1f58cb76b3eb" providerId="ADAL" clId="{617B3DD3-C4AE-4241-AAC1-954A6A0921D9}" dt="2026-07-11T08:37:20.513" v="4098" actId="1076"/>
          <ac:picMkLst>
            <pc:docMk/>
            <pc:sldMk cId="453321867" sldId="259"/>
            <ac:picMk id="33" creationId="{9E12BC4E-8D2D-A809-6151-1DEF4B5F138D}"/>
          </ac:picMkLst>
        </pc:picChg>
        <pc:picChg chg="del">
          <ac:chgData name="Yuichiro Yamaji" userId="4cf851c2-2b8e-4ae1-9758-1f58cb76b3eb" providerId="ADAL" clId="{617B3DD3-C4AE-4241-AAC1-954A6A0921D9}" dt="2026-07-11T08:58:46.597" v="4556" actId="478"/>
          <ac:picMkLst>
            <pc:docMk/>
            <pc:sldMk cId="453321867" sldId="259"/>
            <ac:picMk id="40" creationId="{074CF1F2-17DE-1BB5-B1C5-3F7480221390}"/>
          </ac:picMkLst>
        </pc:picChg>
        <pc:cxnChg chg="mod">
          <ac:chgData name="Yuichiro Yamaji" userId="4cf851c2-2b8e-4ae1-9758-1f58cb76b3eb" providerId="ADAL" clId="{617B3DD3-C4AE-4241-AAC1-954A6A0921D9}" dt="2026-07-11T07:40:07.827" v="2589" actId="1076"/>
          <ac:cxnSpMkLst>
            <pc:docMk/>
            <pc:sldMk cId="453321867" sldId="259"/>
            <ac:cxnSpMk id="17" creationId="{17DE68BB-40C1-3A5A-EA50-03CF15961542}"/>
          </ac:cxnSpMkLst>
        </pc:cxnChg>
        <pc:cxnChg chg="del mod">
          <ac:chgData name="Yuichiro Yamaji" userId="4cf851c2-2b8e-4ae1-9758-1f58cb76b3eb" providerId="ADAL" clId="{617B3DD3-C4AE-4241-AAC1-954A6A0921D9}" dt="2026-07-11T07:42:26.053" v="2744" actId="478"/>
          <ac:cxnSpMkLst>
            <pc:docMk/>
            <pc:sldMk cId="453321867" sldId="259"/>
            <ac:cxnSpMk id="25" creationId="{E80C486D-155B-0624-2058-8D231CD76CDA}"/>
          </ac:cxnSpMkLst>
        </pc:cxnChg>
        <pc:cxnChg chg="del mod">
          <ac:chgData name="Yuichiro Yamaji" userId="4cf851c2-2b8e-4ae1-9758-1f58cb76b3eb" providerId="ADAL" clId="{617B3DD3-C4AE-4241-AAC1-954A6A0921D9}" dt="2026-07-11T07:42:23.845" v="2743" actId="478"/>
          <ac:cxnSpMkLst>
            <pc:docMk/>
            <pc:sldMk cId="453321867" sldId="259"/>
            <ac:cxnSpMk id="28" creationId="{32713ADF-BB99-6A6C-64FB-67E471F965F9}"/>
          </ac:cxnSpMkLst>
        </pc:cxnChg>
        <pc:cxnChg chg="add mod">
          <ac:chgData name="Yuichiro Yamaji" userId="4cf851c2-2b8e-4ae1-9758-1f58cb76b3eb" providerId="ADAL" clId="{617B3DD3-C4AE-4241-AAC1-954A6A0921D9}" dt="2026-07-11T08:59:41.274" v="4572" actId="14100"/>
          <ac:cxnSpMkLst>
            <pc:docMk/>
            <pc:sldMk cId="453321867" sldId="259"/>
            <ac:cxnSpMk id="36" creationId="{73572934-2BF5-9BE5-EF34-B2B8D501C643}"/>
          </ac:cxnSpMkLst>
        </pc:cxnChg>
        <pc:cxnChg chg="mod">
          <ac:chgData name="Yuichiro Yamaji" userId="4cf851c2-2b8e-4ae1-9758-1f58cb76b3eb" providerId="ADAL" clId="{617B3DD3-C4AE-4241-AAC1-954A6A0921D9}" dt="2026-07-11T08:37:28.072" v="4100" actId="14100"/>
          <ac:cxnSpMkLst>
            <pc:docMk/>
            <pc:sldMk cId="453321867" sldId="259"/>
            <ac:cxnSpMk id="41" creationId="{66996A05-1B4C-140C-CF43-74AA945A0C78}"/>
          </ac:cxnSpMkLst>
        </pc:cxnChg>
        <pc:cxnChg chg="del">
          <ac:chgData name="Yuichiro Yamaji" userId="4cf851c2-2b8e-4ae1-9758-1f58cb76b3eb" providerId="ADAL" clId="{617B3DD3-C4AE-4241-AAC1-954A6A0921D9}" dt="2026-07-11T08:58:46.597" v="4556" actId="478"/>
          <ac:cxnSpMkLst>
            <pc:docMk/>
            <pc:sldMk cId="453321867" sldId="259"/>
            <ac:cxnSpMk id="43" creationId="{0FE57A4C-1A51-D500-46E4-0183CFF62E4F}"/>
          </ac:cxnSpMkLst>
        </pc:cxnChg>
      </pc:sldChg>
      <pc:sldChg chg="addSp delSp modSp mod ord">
        <pc:chgData name="Yuichiro Yamaji" userId="4cf851c2-2b8e-4ae1-9758-1f58cb76b3eb" providerId="ADAL" clId="{617B3DD3-C4AE-4241-AAC1-954A6A0921D9}" dt="2026-07-11T09:17:05.532" v="4880" actId="1076"/>
        <pc:sldMkLst>
          <pc:docMk/>
          <pc:sldMk cId="1686845399" sldId="261"/>
        </pc:sldMkLst>
        <pc:spChg chg="mod">
          <ac:chgData name="Yuichiro Yamaji" userId="4cf851c2-2b8e-4ae1-9758-1f58cb76b3eb" providerId="ADAL" clId="{617B3DD3-C4AE-4241-AAC1-954A6A0921D9}" dt="2026-07-11T09:05:43.475" v="4678" actId="20577"/>
          <ac:spMkLst>
            <pc:docMk/>
            <pc:sldMk cId="1686845399" sldId="261"/>
            <ac:spMk id="2" creationId="{4EC813DA-C4F6-E492-074E-69088BDB42A6}"/>
          </ac:spMkLst>
        </pc:spChg>
        <pc:spChg chg="add del">
          <ac:chgData name="Yuichiro Yamaji" userId="4cf851c2-2b8e-4ae1-9758-1f58cb76b3eb" providerId="ADAL" clId="{617B3DD3-C4AE-4241-AAC1-954A6A0921D9}" dt="2026-07-11T09:02:47.280" v="4606" actId="478"/>
          <ac:spMkLst>
            <pc:docMk/>
            <pc:sldMk cId="1686845399" sldId="261"/>
            <ac:spMk id="3" creationId="{F710085B-D841-2CA9-5721-9EB6843477A0}"/>
          </ac:spMkLst>
        </pc:spChg>
        <pc:spChg chg="add del">
          <ac:chgData name="Yuichiro Yamaji" userId="4cf851c2-2b8e-4ae1-9758-1f58cb76b3eb" providerId="ADAL" clId="{617B3DD3-C4AE-4241-AAC1-954A6A0921D9}" dt="2026-07-11T09:02:47.280" v="4606" actId="478"/>
          <ac:spMkLst>
            <pc:docMk/>
            <pc:sldMk cId="1686845399" sldId="261"/>
            <ac:spMk id="4" creationId="{B1C6F88B-0044-81DF-9A77-1215E92897B6}"/>
          </ac:spMkLst>
        </pc:spChg>
        <pc:spChg chg="del">
          <ac:chgData name="Yuichiro Yamaji" userId="4cf851c2-2b8e-4ae1-9758-1f58cb76b3eb" providerId="ADAL" clId="{617B3DD3-C4AE-4241-AAC1-954A6A0921D9}" dt="2026-07-11T09:00:05.084" v="4573" actId="478"/>
          <ac:spMkLst>
            <pc:docMk/>
            <pc:sldMk cId="1686845399" sldId="261"/>
            <ac:spMk id="6" creationId="{E3BFA1E9-3863-2735-21F0-C5406C648ADF}"/>
          </ac:spMkLst>
        </pc:spChg>
        <pc:spChg chg="del mod">
          <ac:chgData name="Yuichiro Yamaji" userId="4cf851c2-2b8e-4ae1-9758-1f58cb76b3eb" providerId="ADAL" clId="{617B3DD3-C4AE-4241-AAC1-954A6A0921D9}" dt="2026-07-11T09:00:05.084" v="4573" actId="478"/>
          <ac:spMkLst>
            <pc:docMk/>
            <pc:sldMk cId="1686845399" sldId="261"/>
            <ac:spMk id="10" creationId="{3047CEB4-CEEA-FF52-7C9A-044A63546B92}"/>
          </ac:spMkLst>
        </pc:spChg>
        <pc:spChg chg="mod">
          <ac:chgData name="Yuichiro Yamaji" userId="4cf851c2-2b8e-4ae1-9758-1f58cb76b3eb" providerId="ADAL" clId="{617B3DD3-C4AE-4241-AAC1-954A6A0921D9}" dt="2026-07-11T09:01:49.536" v="4589" actId="1076"/>
          <ac:spMkLst>
            <pc:docMk/>
            <pc:sldMk cId="1686845399" sldId="261"/>
            <ac:spMk id="15" creationId="{4219CA35-A565-D3EE-5032-A4C0A282ACC0}"/>
          </ac:spMkLst>
        </pc:spChg>
        <pc:spChg chg="del">
          <ac:chgData name="Yuichiro Yamaji" userId="4cf851c2-2b8e-4ae1-9758-1f58cb76b3eb" providerId="ADAL" clId="{617B3DD3-C4AE-4241-AAC1-954A6A0921D9}" dt="2026-07-11T09:00:05.084" v="4573" actId="478"/>
          <ac:spMkLst>
            <pc:docMk/>
            <pc:sldMk cId="1686845399" sldId="261"/>
            <ac:spMk id="16" creationId="{F6B68EF5-EA83-C5B1-3951-75F5AE142FBC}"/>
          </ac:spMkLst>
        </pc:spChg>
        <pc:spChg chg="add del mod">
          <ac:chgData name="Yuichiro Yamaji" userId="4cf851c2-2b8e-4ae1-9758-1f58cb76b3eb" providerId="ADAL" clId="{617B3DD3-C4AE-4241-AAC1-954A6A0921D9}" dt="2026-07-11T09:05:32.934" v="4671" actId="478"/>
          <ac:spMkLst>
            <pc:docMk/>
            <pc:sldMk cId="1686845399" sldId="261"/>
            <ac:spMk id="24" creationId="{91A7E116-878E-6419-34FD-4CC443EAB3B9}"/>
          </ac:spMkLst>
        </pc:spChg>
        <pc:spChg chg="add mod">
          <ac:chgData name="Yuichiro Yamaji" userId="4cf851c2-2b8e-4ae1-9758-1f58cb76b3eb" providerId="ADAL" clId="{617B3DD3-C4AE-4241-AAC1-954A6A0921D9}" dt="2026-07-11T09:05:28.204" v="4670" actId="207"/>
          <ac:spMkLst>
            <pc:docMk/>
            <pc:sldMk cId="1686845399" sldId="261"/>
            <ac:spMk id="29" creationId="{CFBBF8FB-E27D-ED99-65CD-975F84B94369}"/>
          </ac:spMkLst>
        </pc:spChg>
        <pc:spChg chg="add del mod">
          <ac:chgData name="Yuichiro Yamaji" userId="4cf851c2-2b8e-4ae1-9758-1f58cb76b3eb" providerId="ADAL" clId="{617B3DD3-C4AE-4241-AAC1-954A6A0921D9}" dt="2026-07-11T09:04:08.474" v="4620" actId="478"/>
          <ac:spMkLst>
            <pc:docMk/>
            <pc:sldMk cId="1686845399" sldId="261"/>
            <ac:spMk id="39" creationId="{64D1CCC2-56F3-5312-87FD-ACB108C43DF4}"/>
          </ac:spMkLst>
        </pc:spChg>
        <pc:spChg chg="mod">
          <ac:chgData name="Yuichiro Yamaji" userId="4cf851c2-2b8e-4ae1-9758-1f58cb76b3eb" providerId="ADAL" clId="{617B3DD3-C4AE-4241-AAC1-954A6A0921D9}" dt="2026-07-11T09:02:40.421" v="4604" actId="1076"/>
          <ac:spMkLst>
            <pc:docMk/>
            <pc:sldMk cId="1686845399" sldId="261"/>
            <ac:spMk id="41" creationId="{A8C56A5D-AD8E-8530-24D3-165E30F5706D}"/>
          </ac:spMkLst>
        </pc:spChg>
        <pc:spChg chg="add del">
          <ac:chgData name="Yuichiro Yamaji" userId="4cf851c2-2b8e-4ae1-9758-1f58cb76b3eb" providerId="ADAL" clId="{617B3DD3-C4AE-4241-AAC1-954A6A0921D9}" dt="2026-07-11T09:02:47.280" v="4606" actId="478"/>
          <ac:spMkLst>
            <pc:docMk/>
            <pc:sldMk cId="1686845399" sldId="261"/>
            <ac:spMk id="62" creationId="{5B77DBA3-A68F-C42E-5D9F-C1C092695468}"/>
          </ac:spMkLst>
        </pc:spChg>
        <pc:picChg chg="add mod">
          <ac:chgData name="Yuichiro Yamaji" userId="4cf851c2-2b8e-4ae1-9758-1f58cb76b3eb" providerId="ADAL" clId="{617B3DD3-C4AE-4241-AAC1-954A6A0921D9}" dt="2026-07-11T09:00:24.537" v="4576" actId="1076"/>
          <ac:picMkLst>
            <pc:docMk/>
            <pc:sldMk cId="1686845399" sldId="261"/>
            <ac:picMk id="7" creationId="{5E0191AB-2B1A-1BBC-7B5A-3E369751211C}"/>
          </ac:picMkLst>
        </pc:picChg>
        <pc:picChg chg="add mod">
          <ac:chgData name="Yuichiro Yamaji" userId="4cf851c2-2b8e-4ae1-9758-1f58cb76b3eb" providerId="ADAL" clId="{617B3DD3-C4AE-4241-AAC1-954A6A0921D9}" dt="2026-07-11T09:01:15.174" v="4584" actId="1076"/>
          <ac:picMkLst>
            <pc:docMk/>
            <pc:sldMk cId="1686845399" sldId="261"/>
            <ac:picMk id="12" creationId="{D6F1E0DA-D171-294E-83E7-458137607154}"/>
          </ac:picMkLst>
        </pc:picChg>
        <pc:picChg chg="del">
          <ac:chgData name="Yuichiro Yamaji" userId="4cf851c2-2b8e-4ae1-9758-1f58cb76b3eb" providerId="ADAL" clId="{617B3DD3-C4AE-4241-AAC1-954A6A0921D9}" dt="2026-07-11T09:00:05.084" v="4573" actId="478"/>
          <ac:picMkLst>
            <pc:docMk/>
            <pc:sldMk cId="1686845399" sldId="261"/>
            <ac:picMk id="13" creationId="{2A804A12-F167-7980-1AC8-EC2F00DF38D3}"/>
          </ac:picMkLst>
        </pc:picChg>
        <pc:picChg chg="del">
          <ac:chgData name="Yuichiro Yamaji" userId="4cf851c2-2b8e-4ae1-9758-1f58cb76b3eb" providerId="ADAL" clId="{617B3DD3-C4AE-4241-AAC1-954A6A0921D9}" dt="2026-07-11T09:00:05.084" v="4573" actId="478"/>
          <ac:picMkLst>
            <pc:docMk/>
            <pc:sldMk cId="1686845399" sldId="261"/>
            <ac:picMk id="14" creationId="{2B49DC90-B0D7-93BE-5676-3A619B0EF868}"/>
          </ac:picMkLst>
        </pc:picChg>
        <pc:picChg chg="add mod">
          <ac:chgData name="Yuichiro Yamaji" userId="4cf851c2-2b8e-4ae1-9758-1f58cb76b3eb" providerId="ADAL" clId="{617B3DD3-C4AE-4241-AAC1-954A6A0921D9}" dt="2026-07-11T09:02:33.239" v="4601" actId="1076"/>
          <ac:picMkLst>
            <pc:docMk/>
            <pc:sldMk cId="1686845399" sldId="261"/>
            <ac:picMk id="20" creationId="{14433D7A-0670-5092-CFA0-CA9A28BBF822}"/>
          </ac:picMkLst>
        </pc:picChg>
        <pc:picChg chg="add mod">
          <ac:chgData name="Yuichiro Yamaji" userId="4cf851c2-2b8e-4ae1-9758-1f58cb76b3eb" providerId="ADAL" clId="{617B3DD3-C4AE-4241-AAC1-954A6A0921D9}" dt="2026-07-11T09:02:31.871" v="4598" actId="1076"/>
          <ac:picMkLst>
            <pc:docMk/>
            <pc:sldMk cId="1686845399" sldId="261"/>
            <ac:picMk id="21" creationId="{5161FB00-6149-B5FC-BBC0-B70B400A6619}"/>
          </ac:picMkLst>
        </pc:picChg>
        <pc:picChg chg="add del mod">
          <ac:chgData name="Yuichiro Yamaji" userId="4cf851c2-2b8e-4ae1-9758-1f58cb76b3eb" providerId="ADAL" clId="{617B3DD3-C4AE-4241-AAC1-954A6A0921D9}" dt="2026-07-11T09:03:59.634" v="4616" actId="478"/>
          <ac:picMkLst>
            <pc:docMk/>
            <pc:sldMk cId="1686845399" sldId="261"/>
            <ac:picMk id="22" creationId="{791D2DBF-5F54-A295-A02D-516F8BE43234}"/>
          </ac:picMkLst>
        </pc:picChg>
        <pc:picChg chg="add mod">
          <ac:chgData name="Yuichiro Yamaji" userId="4cf851c2-2b8e-4ae1-9758-1f58cb76b3eb" providerId="ADAL" clId="{617B3DD3-C4AE-4241-AAC1-954A6A0921D9}" dt="2026-07-11T09:03:57.802" v="4615" actId="1076"/>
          <ac:picMkLst>
            <pc:docMk/>
            <pc:sldMk cId="1686845399" sldId="261"/>
            <ac:picMk id="23" creationId="{027102E8-F82C-BEC2-C67C-FCAF7D12799D}"/>
          </ac:picMkLst>
        </pc:picChg>
        <pc:picChg chg="add mod">
          <ac:chgData name="Yuichiro Yamaji" userId="4cf851c2-2b8e-4ae1-9758-1f58cb76b3eb" providerId="ADAL" clId="{617B3DD3-C4AE-4241-AAC1-954A6A0921D9}" dt="2026-07-11T09:17:00.159" v="4878" actId="14100"/>
          <ac:picMkLst>
            <pc:docMk/>
            <pc:sldMk cId="1686845399" sldId="261"/>
            <ac:picMk id="31" creationId="{D9467F78-F5B1-C55C-B19B-5CB450E5BCC8}"/>
          </ac:picMkLst>
        </pc:picChg>
        <pc:picChg chg="add mod">
          <ac:chgData name="Yuichiro Yamaji" userId="4cf851c2-2b8e-4ae1-9758-1f58cb76b3eb" providerId="ADAL" clId="{617B3DD3-C4AE-4241-AAC1-954A6A0921D9}" dt="2026-07-11T09:17:05.532" v="4880" actId="1076"/>
          <ac:picMkLst>
            <pc:docMk/>
            <pc:sldMk cId="1686845399" sldId="261"/>
            <ac:picMk id="33" creationId="{E0260F73-6732-3BB2-2133-2F9FCE244FF6}"/>
          </ac:picMkLst>
        </pc:picChg>
        <pc:picChg chg="del">
          <ac:chgData name="Yuichiro Yamaji" userId="4cf851c2-2b8e-4ae1-9758-1f58cb76b3eb" providerId="ADAL" clId="{617B3DD3-C4AE-4241-AAC1-954A6A0921D9}" dt="2026-07-11T09:00:05.084" v="4573" actId="478"/>
          <ac:picMkLst>
            <pc:docMk/>
            <pc:sldMk cId="1686845399" sldId="261"/>
            <ac:picMk id="54" creationId="{4A2FD8DE-6222-963A-9DD4-79A4310D2109}"/>
          </ac:picMkLst>
        </pc:picChg>
        <pc:picChg chg="del">
          <ac:chgData name="Yuichiro Yamaji" userId="4cf851c2-2b8e-4ae1-9758-1f58cb76b3eb" providerId="ADAL" clId="{617B3DD3-C4AE-4241-AAC1-954A6A0921D9}" dt="2026-07-11T09:00:05.084" v="4573" actId="478"/>
          <ac:picMkLst>
            <pc:docMk/>
            <pc:sldMk cId="1686845399" sldId="261"/>
            <ac:picMk id="55" creationId="{0E30CF92-D991-2F76-3426-53C5FC5AE87D}"/>
          </ac:picMkLst>
        </pc:picChg>
        <pc:picChg chg="add del">
          <ac:chgData name="Yuichiro Yamaji" userId="4cf851c2-2b8e-4ae1-9758-1f58cb76b3eb" providerId="ADAL" clId="{617B3DD3-C4AE-4241-AAC1-954A6A0921D9}" dt="2026-07-11T09:02:49.085" v="4607" actId="478"/>
          <ac:picMkLst>
            <pc:docMk/>
            <pc:sldMk cId="1686845399" sldId="261"/>
            <ac:picMk id="57" creationId="{FF730FB8-B96E-62CA-AD14-E7C64EF6406B}"/>
          </ac:picMkLst>
        </pc:picChg>
        <pc:picChg chg="add del">
          <ac:chgData name="Yuichiro Yamaji" userId="4cf851c2-2b8e-4ae1-9758-1f58cb76b3eb" providerId="ADAL" clId="{617B3DD3-C4AE-4241-AAC1-954A6A0921D9}" dt="2026-07-11T09:02:47.280" v="4606" actId="478"/>
          <ac:picMkLst>
            <pc:docMk/>
            <pc:sldMk cId="1686845399" sldId="261"/>
            <ac:picMk id="61" creationId="{17B2F00E-552C-41D9-A6E5-3629E1EC71E4}"/>
          </ac:picMkLst>
        </pc:picChg>
        <pc:cxnChg chg="add mod">
          <ac:chgData name="Yuichiro Yamaji" userId="4cf851c2-2b8e-4ae1-9758-1f58cb76b3eb" providerId="ADAL" clId="{617B3DD3-C4AE-4241-AAC1-954A6A0921D9}" dt="2026-07-11T09:01:37.583" v="4587" actId="14100"/>
          <ac:cxnSpMkLst>
            <pc:docMk/>
            <pc:sldMk cId="1686845399" sldId="261"/>
            <ac:cxnSpMk id="17" creationId="{0D1D63B1-0353-3762-06F5-D4D78C509539}"/>
          </ac:cxnSpMkLst>
        </pc:cxnChg>
        <pc:cxnChg chg="add mod">
          <ac:chgData name="Yuichiro Yamaji" userId="4cf851c2-2b8e-4ae1-9758-1f58cb76b3eb" providerId="ADAL" clId="{617B3DD3-C4AE-4241-AAC1-954A6A0921D9}" dt="2026-07-11T09:04:59.448" v="4635" actId="692"/>
          <ac:cxnSpMkLst>
            <pc:docMk/>
            <pc:sldMk cId="1686845399" sldId="261"/>
            <ac:cxnSpMk id="25" creationId="{9F19E474-38D8-722D-FE89-0EDE64A0C87F}"/>
          </ac:cxnSpMkLst>
        </pc:cxnChg>
        <pc:cxnChg chg="add del">
          <ac:chgData name="Yuichiro Yamaji" userId="4cf851c2-2b8e-4ae1-9758-1f58cb76b3eb" providerId="ADAL" clId="{617B3DD3-C4AE-4241-AAC1-954A6A0921D9}" dt="2026-07-11T09:02:47.280" v="4606" actId="478"/>
          <ac:cxnSpMkLst>
            <pc:docMk/>
            <pc:sldMk cId="1686845399" sldId="261"/>
            <ac:cxnSpMk id="32" creationId="{9749C97F-6EC7-6FAE-1AA7-1B9BCB3955C1}"/>
          </ac:cxnSpMkLst>
        </pc:cxnChg>
        <pc:cxnChg chg="add del">
          <ac:chgData name="Yuichiro Yamaji" userId="4cf851c2-2b8e-4ae1-9758-1f58cb76b3eb" providerId="ADAL" clId="{617B3DD3-C4AE-4241-AAC1-954A6A0921D9}" dt="2026-07-11T09:02:47.280" v="4606" actId="478"/>
          <ac:cxnSpMkLst>
            <pc:docMk/>
            <pc:sldMk cId="1686845399" sldId="261"/>
            <ac:cxnSpMk id="42" creationId="{8CCD73FE-13B4-CDA2-67F0-C61FB8246AA2}"/>
          </ac:cxnSpMkLst>
        </pc:cxnChg>
      </pc:sldChg>
      <pc:sldChg chg="addSp delSp modSp mod ord">
        <pc:chgData name="Yuichiro Yamaji" userId="4cf851c2-2b8e-4ae1-9758-1f58cb76b3eb" providerId="ADAL" clId="{617B3DD3-C4AE-4241-AAC1-954A6A0921D9}" dt="2026-07-11T09:17:14.422" v="4882" actId="1076"/>
        <pc:sldMkLst>
          <pc:docMk/>
          <pc:sldMk cId="2401424581" sldId="262"/>
        </pc:sldMkLst>
        <pc:spChg chg="mod">
          <ac:chgData name="Yuichiro Yamaji" userId="4cf851c2-2b8e-4ae1-9758-1f58cb76b3eb" providerId="ADAL" clId="{617B3DD3-C4AE-4241-AAC1-954A6A0921D9}" dt="2026-07-11T08:12:43.509" v="3445" actId="113"/>
          <ac:spMkLst>
            <pc:docMk/>
            <pc:sldMk cId="2401424581" sldId="262"/>
            <ac:spMk id="2" creationId="{4385466E-86C2-7E4F-0137-38A357BFB29B}"/>
          </ac:spMkLst>
        </pc:spChg>
        <pc:spChg chg="add mod">
          <ac:chgData name="Yuichiro Yamaji" userId="4cf851c2-2b8e-4ae1-9758-1f58cb76b3eb" providerId="ADAL" clId="{617B3DD3-C4AE-4241-AAC1-954A6A0921D9}" dt="2026-07-11T07:30:36.749" v="2328" actId="1076"/>
          <ac:spMkLst>
            <pc:docMk/>
            <pc:sldMk cId="2401424581" sldId="262"/>
            <ac:spMk id="5" creationId="{10A2597D-837F-B7E0-BFE7-4C0DD2F8CD02}"/>
          </ac:spMkLst>
        </pc:spChg>
        <pc:spChg chg="add mod">
          <ac:chgData name="Yuichiro Yamaji" userId="4cf851c2-2b8e-4ae1-9758-1f58cb76b3eb" providerId="ADAL" clId="{617B3DD3-C4AE-4241-AAC1-954A6A0921D9}" dt="2026-07-11T07:30:48.481" v="2336" actId="1076"/>
          <ac:spMkLst>
            <pc:docMk/>
            <pc:sldMk cId="2401424581" sldId="262"/>
            <ac:spMk id="6" creationId="{A3E582EF-5550-4E4D-D8EC-28712F735BB2}"/>
          </ac:spMkLst>
        </pc:spChg>
        <pc:spChg chg="add mod">
          <ac:chgData name="Yuichiro Yamaji" userId="4cf851c2-2b8e-4ae1-9758-1f58cb76b3eb" providerId="ADAL" clId="{617B3DD3-C4AE-4241-AAC1-954A6A0921D9}" dt="2026-07-11T08:12:50.401" v="3447" actId="113"/>
          <ac:spMkLst>
            <pc:docMk/>
            <pc:sldMk cId="2401424581" sldId="262"/>
            <ac:spMk id="15" creationId="{0452E031-630C-3F72-510D-5A81174A448C}"/>
          </ac:spMkLst>
        </pc:spChg>
        <pc:spChg chg="mod">
          <ac:chgData name="Yuichiro Yamaji" userId="4cf851c2-2b8e-4ae1-9758-1f58cb76b3eb" providerId="ADAL" clId="{617B3DD3-C4AE-4241-AAC1-954A6A0921D9}" dt="2026-07-11T08:12:46.961" v="3446" actId="113"/>
          <ac:spMkLst>
            <pc:docMk/>
            <pc:sldMk cId="2401424581" sldId="262"/>
            <ac:spMk id="23" creationId="{E91EA4FA-872B-957A-08ED-4DB7BB2E20F8}"/>
          </ac:spMkLst>
        </pc:spChg>
        <pc:spChg chg="mod">
          <ac:chgData name="Yuichiro Yamaji" userId="4cf851c2-2b8e-4ae1-9758-1f58cb76b3eb" providerId="ADAL" clId="{617B3DD3-C4AE-4241-AAC1-954A6A0921D9}" dt="2026-07-11T08:13:31.564" v="3454" actId="20577"/>
          <ac:spMkLst>
            <pc:docMk/>
            <pc:sldMk cId="2401424581" sldId="262"/>
            <ac:spMk id="38" creationId="{10C7092B-39D7-F696-2AD6-CE42050ACB29}"/>
          </ac:spMkLst>
        </pc:spChg>
        <pc:spChg chg="del">
          <ac:chgData name="Yuichiro Yamaji" userId="4cf851c2-2b8e-4ae1-9758-1f58cb76b3eb" providerId="ADAL" clId="{617B3DD3-C4AE-4241-AAC1-954A6A0921D9}" dt="2026-07-11T09:06:12.643" v="4679" actId="478"/>
          <ac:spMkLst>
            <pc:docMk/>
            <pc:sldMk cId="2401424581" sldId="262"/>
            <ac:spMk id="57" creationId="{0BAF8841-AA2D-EE85-029B-D033A5575B46}"/>
          </ac:spMkLst>
        </pc:spChg>
        <pc:spChg chg="del mod">
          <ac:chgData name="Yuichiro Yamaji" userId="4cf851c2-2b8e-4ae1-9758-1f58cb76b3eb" providerId="ADAL" clId="{617B3DD3-C4AE-4241-AAC1-954A6A0921D9}" dt="2026-07-11T09:06:20.675" v="4683" actId="478"/>
          <ac:spMkLst>
            <pc:docMk/>
            <pc:sldMk cId="2401424581" sldId="262"/>
            <ac:spMk id="58" creationId="{FA13C2A8-DA26-689E-F777-1E1E8129F320}"/>
          </ac:spMkLst>
        </pc:spChg>
        <pc:spChg chg="del mod">
          <ac:chgData name="Yuichiro Yamaji" userId="4cf851c2-2b8e-4ae1-9758-1f58cb76b3eb" providerId="ADAL" clId="{617B3DD3-C4AE-4241-AAC1-954A6A0921D9}" dt="2026-07-11T09:06:13.845" v="4680" actId="478"/>
          <ac:spMkLst>
            <pc:docMk/>
            <pc:sldMk cId="2401424581" sldId="262"/>
            <ac:spMk id="64" creationId="{B4C77974-5531-8547-7F89-C27A5899479C}"/>
          </ac:spMkLst>
        </pc:spChg>
        <pc:spChg chg="del mod">
          <ac:chgData name="Yuichiro Yamaji" userId="4cf851c2-2b8e-4ae1-9758-1f58cb76b3eb" providerId="ADAL" clId="{617B3DD3-C4AE-4241-AAC1-954A6A0921D9}" dt="2026-07-11T09:06:15.615" v="4681" actId="478"/>
          <ac:spMkLst>
            <pc:docMk/>
            <pc:sldMk cId="2401424581" sldId="262"/>
            <ac:spMk id="65" creationId="{DAE6559F-AB6D-15FB-43CE-101E39B4FF22}"/>
          </ac:spMkLst>
        </pc:spChg>
        <pc:spChg chg="mod ord">
          <ac:chgData name="Yuichiro Yamaji" userId="4cf851c2-2b8e-4ae1-9758-1f58cb76b3eb" providerId="ADAL" clId="{617B3DD3-C4AE-4241-AAC1-954A6A0921D9}" dt="2026-07-11T09:07:35.152" v="4710" actId="1076"/>
          <ac:spMkLst>
            <pc:docMk/>
            <pc:sldMk cId="2401424581" sldId="262"/>
            <ac:spMk id="73" creationId="{46A42434-AD51-FC1C-FBE7-C55A7D168C67}"/>
          </ac:spMkLst>
        </pc:spChg>
        <pc:picChg chg="add mod">
          <ac:chgData name="Yuichiro Yamaji" userId="4cf851c2-2b8e-4ae1-9758-1f58cb76b3eb" providerId="ADAL" clId="{617B3DD3-C4AE-4241-AAC1-954A6A0921D9}" dt="2026-07-11T09:06:41.566" v="4692" actId="1076"/>
          <ac:picMkLst>
            <pc:docMk/>
            <pc:sldMk cId="2401424581" sldId="262"/>
            <ac:picMk id="27" creationId="{1EFA801F-08D6-6902-51B1-B4F62D95B172}"/>
          </ac:picMkLst>
        </pc:picChg>
        <pc:picChg chg="add mod">
          <ac:chgData name="Yuichiro Yamaji" userId="4cf851c2-2b8e-4ae1-9758-1f58cb76b3eb" providerId="ADAL" clId="{617B3DD3-C4AE-4241-AAC1-954A6A0921D9}" dt="2026-07-11T09:17:14.422" v="4882" actId="1076"/>
          <ac:picMkLst>
            <pc:docMk/>
            <pc:sldMk cId="2401424581" sldId="262"/>
            <ac:picMk id="35" creationId="{CE6DCBEA-4CA5-7E4C-1487-53C30D087DCD}"/>
          </ac:picMkLst>
        </pc:picChg>
        <pc:picChg chg="del mod">
          <ac:chgData name="Yuichiro Yamaji" userId="4cf851c2-2b8e-4ae1-9758-1f58cb76b3eb" providerId="ADAL" clId="{617B3DD3-C4AE-4241-AAC1-954A6A0921D9}" dt="2026-07-11T09:06:21.578" v="4684" actId="478"/>
          <ac:picMkLst>
            <pc:docMk/>
            <pc:sldMk cId="2401424581" sldId="262"/>
            <ac:picMk id="59" creationId="{1C61C8BE-738D-6AEB-B81B-6B1511FB3100}"/>
          </ac:picMkLst>
        </pc:picChg>
        <pc:picChg chg="del">
          <ac:chgData name="Yuichiro Yamaji" userId="4cf851c2-2b8e-4ae1-9758-1f58cb76b3eb" providerId="ADAL" clId="{617B3DD3-C4AE-4241-AAC1-954A6A0921D9}" dt="2026-07-11T09:06:22.159" v="4685" actId="478"/>
          <ac:picMkLst>
            <pc:docMk/>
            <pc:sldMk cId="2401424581" sldId="262"/>
            <ac:picMk id="62" creationId="{961BCB28-32EA-9376-1624-F4E402D60C30}"/>
          </ac:picMkLst>
        </pc:picChg>
        <pc:picChg chg="mod ord">
          <ac:chgData name="Yuichiro Yamaji" userId="4cf851c2-2b8e-4ae1-9758-1f58cb76b3eb" providerId="ADAL" clId="{617B3DD3-C4AE-4241-AAC1-954A6A0921D9}" dt="2026-07-11T09:07:25.225" v="4707" actId="1076"/>
          <ac:picMkLst>
            <pc:docMk/>
            <pc:sldMk cId="2401424581" sldId="262"/>
            <ac:picMk id="68" creationId="{0A54B14F-863C-F80F-6C7F-BEA01A890B23}"/>
          </ac:picMkLst>
        </pc:picChg>
        <pc:cxnChg chg="add mod">
          <ac:chgData name="Yuichiro Yamaji" userId="4cf851c2-2b8e-4ae1-9758-1f58cb76b3eb" providerId="ADAL" clId="{617B3DD3-C4AE-4241-AAC1-954A6A0921D9}" dt="2026-07-11T07:32:53.753" v="2408" actId="14100"/>
          <ac:cxnSpMkLst>
            <pc:docMk/>
            <pc:sldMk cId="2401424581" sldId="262"/>
            <ac:cxnSpMk id="17" creationId="{EA9C22A0-816F-DD9A-5257-1E3109865B6C}"/>
          </ac:cxnSpMkLst>
        </pc:cxnChg>
        <pc:cxnChg chg="mod">
          <ac:chgData name="Yuichiro Yamaji" userId="4cf851c2-2b8e-4ae1-9758-1f58cb76b3eb" providerId="ADAL" clId="{617B3DD3-C4AE-4241-AAC1-954A6A0921D9}" dt="2026-07-11T07:30:58.931" v="2338" actId="14100"/>
          <ac:cxnSpMkLst>
            <pc:docMk/>
            <pc:sldMk cId="2401424581" sldId="262"/>
            <ac:cxnSpMk id="26" creationId="{1726B386-27DA-0B4B-57E2-40E859392F0B}"/>
          </ac:cxnSpMkLst>
        </pc:cxnChg>
        <pc:cxnChg chg="add mod">
          <ac:chgData name="Yuichiro Yamaji" userId="4cf851c2-2b8e-4ae1-9758-1f58cb76b3eb" providerId="ADAL" clId="{617B3DD3-C4AE-4241-AAC1-954A6A0921D9}" dt="2026-07-11T09:07:00.144" v="4697" actId="14100"/>
          <ac:cxnSpMkLst>
            <pc:docMk/>
            <pc:sldMk cId="2401424581" sldId="262"/>
            <ac:cxnSpMk id="29" creationId="{384D0191-D4F9-03B2-60C7-2CEE6B522F35}"/>
          </ac:cxnSpMkLst>
        </pc:cxnChg>
        <pc:cxnChg chg="mod">
          <ac:chgData name="Yuichiro Yamaji" userId="4cf851c2-2b8e-4ae1-9758-1f58cb76b3eb" providerId="ADAL" clId="{617B3DD3-C4AE-4241-AAC1-954A6A0921D9}" dt="2026-07-11T07:32:47.358" v="2405" actId="14100"/>
          <ac:cxnSpMkLst>
            <pc:docMk/>
            <pc:sldMk cId="2401424581" sldId="262"/>
            <ac:cxnSpMk id="31" creationId="{36B9234D-3EED-CDC4-89A9-B60638D52095}"/>
          </ac:cxnSpMkLst>
        </pc:cxnChg>
        <pc:cxnChg chg="add mod">
          <ac:chgData name="Yuichiro Yamaji" userId="4cf851c2-2b8e-4ae1-9758-1f58cb76b3eb" providerId="ADAL" clId="{617B3DD3-C4AE-4241-AAC1-954A6A0921D9}" dt="2026-07-11T09:07:30.476" v="4709" actId="14100"/>
          <ac:cxnSpMkLst>
            <pc:docMk/>
            <pc:sldMk cId="2401424581" sldId="262"/>
            <ac:cxnSpMk id="33" creationId="{68D6B65A-CC4F-A4FE-A25D-3B1337EE1DF9}"/>
          </ac:cxnSpMkLst>
        </pc:cxnChg>
        <pc:cxnChg chg="del mod">
          <ac:chgData name="Yuichiro Yamaji" userId="4cf851c2-2b8e-4ae1-9758-1f58cb76b3eb" providerId="ADAL" clId="{617B3DD3-C4AE-4241-AAC1-954A6A0921D9}" dt="2026-07-11T09:07:18.068" v="4704" actId="478"/>
          <ac:cxnSpMkLst>
            <pc:docMk/>
            <pc:sldMk cId="2401424581" sldId="262"/>
            <ac:cxnSpMk id="69" creationId="{3E137226-EEDE-D4ED-4AFC-584E9A80E35A}"/>
          </ac:cxnSpMkLst>
        </pc:cxnChg>
        <pc:cxnChg chg="del mod ord">
          <ac:chgData name="Yuichiro Yamaji" userId="4cf851c2-2b8e-4ae1-9758-1f58cb76b3eb" providerId="ADAL" clId="{617B3DD3-C4AE-4241-AAC1-954A6A0921D9}" dt="2026-07-11T09:06:49.188" v="4694" actId="478"/>
          <ac:cxnSpMkLst>
            <pc:docMk/>
            <pc:sldMk cId="2401424581" sldId="262"/>
            <ac:cxnSpMk id="75" creationId="{1D719797-5F7F-3A2A-0ACF-B92D0D84158C}"/>
          </ac:cxnSpMkLst>
        </pc:cxnChg>
      </pc:sldChg>
      <pc:sldChg chg="addSp delSp modSp mod ord">
        <pc:chgData name="Yuichiro Yamaji" userId="4cf851c2-2b8e-4ae1-9758-1f58cb76b3eb" providerId="ADAL" clId="{617B3DD3-C4AE-4241-AAC1-954A6A0921D9}" dt="2026-07-11T09:08:28.706" v="4718" actId="478"/>
        <pc:sldMkLst>
          <pc:docMk/>
          <pc:sldMk cId="3718758710" sldId="263"/>
        </pc:sldMkLst>
        <pc:spChg chg="del">
          <ac:chgData name="Yuichiro Yamaji" userId="4cf851c2-2b8e-4ae1-9758-1f58cb76b3eb" providerId="ADAL" clId="{617B3DD3-C4AE-4241-AAC1-954A6A0921D9}" dt="2026-07-11T09:08:27.834" v="4717" actId="478"/>
          <ac:spMkLst>
            <pc:docMk/>
            <pc:sldMk cId="3718758710" sldId="263"/>
            <ac:spMk id="18" creationId="{CCEC42C6-3395-56F6-455C-0F242B044D79}"/>
          </ac:spMkLst>
        </pc:spChg>
        <pc:spChg chg="del">
          <ac:chgData name="Yuichiro Yamaji" userId="4cf851c2-2b8e-4ae1-9758-1f58cb76b3eb" providerId="ADAL" clId="{617B3DD3-C4AE-4241-AAC1-954A6A0921D9}" dt="2026-07-11T09:08:28.706" v="4718" actId="478"/>
          <ac:spMkLst>
            <pc:docMk/>
            <pc:sldMk cId="3718758710" sldId="263"/>
            <ac:spMk id="19" creationId="{F17419E3-AE90-4B21-8C87-7E33DC4EAE38}"/>
          </ac:spMkLst>
        </pc:spChg>
        <pc:spChg chg="mod">
          <ac:chgData name="Yuichiro Yamaji" userId="4cf851c2-2b8e-4ae1-9758-1f58cb76b3eb" providerId="ADAL" clId="{617B3DD3-C4AE-4241-AAC1-954A6A0921D9}" dt="2026-07-11T08:13:45.806" v="3456" actId="113"/>
          <ac:spMkLst>
            <pc:docMk/>
            <pc:sldMk cId="3718758710" sldId="263"/>
            <ac:spMk id="22" creationId="{0FC5EC92-EF93-987C-5FBA-A3A0EF23483E}"/>
          </ac:spMkLst>
        </pc:spChg>
        <pc:picChg chg="add mod">
          <ac:chgData name="Yuichiro Yamaji" userId="4cf851c2-2b8e-4ae1-9758-1f58cb76b3eb" providerId="ADAL" clId="{617B3DD3-C4AE-4241-AAC1-954A6A0921D9}" dt="2026-07-11T09:08:23.983" v="4716" actId="14100"/>
          <ac:picMkLst>
            <pc:docMk/>
            <pc:sldMk cId="3718758710" sldId="263"/>
            <ac:picMk id="7" creationId="{21F34A2C-9626-469D-F5AD-A5D88BB6C34A}"/>
          </ac:picMkLst>
        </pc:picChg>
        <pc:picChg chg="del">
          <ac:chgData name="Yuichiro Yamaji" userId="4cf851c2-2b8e-4ae1-9758-1f58cb76b3eb" providerId="ADAL" clId="{617B3DD3-C4AE-4241-AAC1-954A6A0921D9}" dt="2026-07-11T09:08:05.776" v="4711" actId="478"/>
          <ac:picMkLst>
            <pc:docMk/>
            <pc:sldMk cId="3718758710" sldId="263"/>
            <ac:picMk id="24" creationId="{765C41C5-59BC-D611-4DF2-CDAB8BFCB041}"/>
          </ac:picMkLst>
        </pc:picChg>
      </pc:sldChg>
      <pc:sldChg chg="addSp delSp modSp new mod">
        <pc:chgData name="Yuichiro Yamaji" userId="4cf851c2-2b8e-4ae1-9758-1f58cb76b3eb" providerId="ADAL" clId="{617B3DD3-C4AE-4241-AAC1-954A6A0921D9}" dt="2026-07-11T08:11:23.839" v="3432" actId="113"/>
        <pc:sldMkLst>
          <pc:docMk/>
          <pc:sldMk cId="1360165140" sldId="264"/>
        </pc:sldMkLst>
        <pc:spChg chg="mod">
          <ac:chgData name="Yuichiro Yamaji" userId="4cf851c2-2b8e-4ae1-9758-1f58cb76b3eb" providerId="ADAL" clId="{617B3DD3-C4AE-4241-AAC1-954A6A0921D9}" dt="2026-07-11T05:45:52.895" v="60" actId="20577"/>
          <ac:spMkLst>
            <pc:docMk/>
            <pc:sldMk cId="1360165140" sldId="264"/>
            <ac:spMk id="2" creationId="{0C58C118-484E-3AA4-1A9F-0E2754F1816D}"/>
          </ac:spMkLst>
        </pc:spChg>
        <pc:spChg chg="del">
          <ac:chgData name="Yuichiro Yamaji" userId="4cf851c2-2b8e-4ae1-9758-1f58cb76b3eb" providerId="ADAL" clId="{617B3DD3-C4AE-4241-AAC1-954A6A0921D9}" dt="2026-07-11T05:46:53.673" v="61" actId="478"/>
          <ac:spMkLst>
            <pc:docMk/>
            <pc:sldMk cId="1360165140" sldId="264"/>
            <ac:spMk id="5" creationId="{9489FB85-AE09-DD93-D202-02AE63918C9F}"/>
          </ac:spMkLst>
        </pc:spChg>
        <pc:spChg chg="add mod">
          <ac:chgData name="Yuichiro Yamaji" userId="4cf851c2-2b8e-4ae1-9758-1f58cb76b3eb" providerId="ADAL" clId="{617B3DD3-C4AE-4241-AAC1-954A6A0921D9}" dt="2026-07-11T08:11:23.839" v="3432" actId="113"/>
          <ac:spMkLst>
            <pc:docMk/>
            <pc:sldMk cId="1360165140" sldId="264"/>
            <ac:spMk id="7" creationId="{FA32DB62-56F8-8AA2-B259-B6AA3C6EFAF9}"/>
          </ac:spMkLst>
        </pc:spChg>
        <pc:spChg chg="add mod">
          <ac:chgData name="Yuichiro Yamaji" userId="4cf851c2-2b8e-4ae1-9758-1f58cb76b3eb" providerId="ADAL" clId="{617B3DD3-C4AE-4241-AAC1-954A6A0921D9}" dt="2026-07-11T05:56:22.843" v="289" actId="1076"/>
          <ac:spMkLst>
            <pc:docMk/>
            <pc:sldMk cId="1360165140" sldId="264"/>
            <ac:spMk id="10" creationId="{35671491-CB53-B925-5B84-30C8C28742E9}"/>
          </ac:spMkLst>
        </pc:spChg>
        <pc:spChg chg="add mod">
          <ac:chgData name="Yuichiro Yamaji" userId="4cf851c2-2b8e-4ae1-9758-1f58cb76b3eb" providerId="ADAL" clId="{617B3DD3-C4AE-4241-AAC1-954A6A0921D9}" dt="2026-07-11T05:56:22.843" v="289" actId="1076"/>
          <ac:spMkLst>
            <pc:docMk/>
            <pc:sldMk cId="1360165140" sldId="264"/>
            <ac:spMk id="11" creationId="{F30069BA-823A-9864-AB1B-32E640B0EE2B}"/>
          </ac:spMkLst>
        </pc:spChg>
        <pc:spChg chg="add mod">
          <ac:chgData name="Yuichiro Yamaji" userId="4cf851c2-2b8e-4ae1-9758-1f58cb76b3eb" providerId="ADAL" clId="{617B3DD3-C4AE-4241-AAC1-954A6A0921D9}" dt="2026-07-11T05:56:22.843" v="289" actId="1076"/>
          <ac:spMkLst>
            <pc:docMk/>
            <pc:sldMk cId="1360165140" sldId="264"/>
            <ac:spMk id="12" creationId="{9E33E1B5-3EC3-2924-0CC2-D9C85DAEFADF}"/>
          </ac:spMkLst>
        </pc:spChg>
        <pc:spChg chg="add mod">
          <ac:chgData name="Yuichiro Yamaji" userId="4cf851c2-2b8e-4ae1-9758-1f58cb76b3eb" providerId="ADAL" clId="{617B3DD3-C4AE-4241-AAC1-954A6A0921D9}" dt="2026-07-11T05:56:22.843" v="289" actId="1076"/>
          <ac:spMkLst>
            <pc:docMk/>
            <pc:sldMk cId="1360165140" sldId="264"/>
            <ac:spMk id="13" creationId="{A66465A4-3E02-2E0C-EE4D-E45B681502A2}"/>
          </ac:spMkLst>
        </pc:spChg>
        <pc:spChg chg="add mod">
          <ac:chgData name="Yuichiro Yamaji" userId="4cf851c2-2b8e-4ae1-9758-1f58cb76b3eb" providerId="ADAL" clId="{617B3DD3-C4AE-4241-AAC1-954A6A0921D9}" dt="2026-07-11T07:01:35.797" v="2243" actId="20577"/>
          <ac:spMkLst>
            <pc:docMk/>
            <pc:sldMk cId="1360165140" sldId="264"/>
            <ac:spMk id="14" creationId="{508789ED-7220-B2E8-D052-BD25BDCC556A}"/>
          </ac:spMkLst>
        </pc:spChg>
        <pc:spChg chg="add mod">
          <ac:chgData name="Yuichiro Yamaji" userId="4cf851c2-2b8e-4ae1-9758-1f58cb76b3eb" providerId="ADAL" clId="{617B3DD3-C4AE-4241-AAC1-954A6A0921D9}" dt="2026-07-11T06:17:43.782" v="1331" actId="20577"/>
          <ac:spMkLst>
            <pc:docMk/>
            <pc:sldMk cId="1360165140" sldId="264"/>
            <ac:spMk id="16" creationId="{FCE5AFC6-7753-202B-57D3-BBD31677A21A}"/>
          </ac:spMkLst>
        </pc:spChg>
        <pc:spChg chg="add del mod">
          <ac:chgData name="Yuichiro Yamaji" userId="4cf851c2-2b8e-4ae1-9758-1f58cb76b3eb" providerId="ADAL" clId="{617B3DD3-C4AE-4241-AAC1-954A6A0921D9}" dt="2026-07-11T05:56:16.046" v="288" actId="478"/>
          <ac:spMkLst>
            <pc:docMk/>
            <pc:sldMk cId="1360165140" sldId="264"/>
            <ac:spMk id="19" creationId="{D9BF88A7-6CE3-BB34-4E70-DBEBAEAE3349}"/>
          </ac:spMkLst>
        </pc:spChg>
        <pc:spChg chg="add mod">
          <ac:chgData name="Yuichiro Yamaji" userId="4cf851c2-2b8e-4ae1-9758-1f58cb76b3eb" providerId="ADAL" clId="{617B3DD3-C4AE-4241-AAC1-954A6A0921D9}" dt="2026-07-11T08:11:17.854" v="3431" actId="113"/>
          <ac:spMkLst>
            <pc:docMk/>
            <pc:sldMk cId="1360165140" sldId="264"/>
            <ac:spMk id="20" creationId="{54CE70FD-F834-286D-56D2-19157126D69F}"/>
          </ac:spMkLst>
        </pc:spChg>
        <pc:spChg chg="add mod">
          <ac:chgData name="Yuichiro Yamaji" userId="4cf851c2-2b8e-4ae1-9758-1f58cb76b3eb" providerId="ADAL" clId="{617B3DD3-C4AE-4241-AAC1-954A6A0921D9}" dt="2026-07-11T07:01:50.498" v="2270" actId="1076"/>
          <ac:spMkLst>
            <pc:docMk/>
            <pc:sldMk cId="1360165140" sldId="264"/>
            <ac:spMk id="21" creationId="{3B7B6042-6C1B-E6C7-38F6-890011CBF48C}"/>
          </ac:spMkLst>
        </pc:spChg>
        <pc:spChg chg="add mod">
          <ac:chgData name="Yuichiro Yamaji" userId="4cf851c2-2b8e-4ae1-9758-1f58cb76b3eb" providerId="ADAL" clId="{617B3DD3-C4AE-4241-AAC1-954A6A0921D9}" dt="2026-07-11T05:58:27.675" v="449" actId="1076"/>
          <ac:spMkLst>
            <pc:docMk/>
            <pc:sldMk cId="1360165140" sldId="264"/>
            <ac:spMk id="22" creationId="{E94A3E6A-86C0-7117-F346-3DE882E69468}"/>
          </ac:spMkLst>
        </pc:spChg>
        <pc:spChg chg="add mod">
          <ac:chgData name="Yuichiro Yamaji" userId="4cf851c2-2b8e-4ae1-9758-1f58cb76b3eb" providerId="ADAL" clId="{617B3DD3-C4AE-4241-AAC1-954A6A0921D9}" dt="2026-07-11T05:58:50.502" v="453" actId="1076"/>
          <ac:spMkLst>
            <pc:docMk/>
            <pc:sldMk cId="1360165140" sldId="264"/>
            <ac:spMk id="23" creationId="{AC8B3280-1102-ED43-9F1E-BF0D445D2FB2}"/>
          </ac:spMkLst>
        </pc:spChg>
        <pc:spChg chg="add mod">
          <ac:chgData name="Yuichiro Yamaji" userId="4cf851c2-2b8e-4ae1-9758-1f58cb76b3eb" providerId="ADAL" clId="{617B3DD3-C4AE-4241-AAC1-954A6A0921D9}" dt="2026-07-11T08:10:48.285" v="3427" actId="113"/>
          <ac:spMkLst>
            <pc:docMk/>
            <pc:sldMk cId="1360165140" sldId="264"/>
            <ac:spMk id="25" creationId="{B678DBDD-59F6-5A43-925A-E2FF1002810E}"/>
          </ac:spMkLst>
        </pc:spChg>
        <pc:spChg chg="add mod">
          <ac:chgData name="Yuichiro Yamaji" userId="4cf851c2-2b8e-4ae1-9758-1f58cb76b3eb" providerId="ADAL" clId="{617B3DD3-C4AE-4241-AAC1-954A6A0921D9}" dt="2026-07-11T06:02:00.806" v="751" actId="1076"/>
          <ac:spMkLst>
            <pc:docMk/>
            <pc:sldMk cId="1360165140" sldId="264"/>
            <ac:spMk id="26" creationId="{CE23FCE6-0EC6-D61C-71B3-9300F2DC65AB}"/>
          </ac:spMkLst>
        </pc:spChg>
        <pc:spChg chg="add mod">
          <ac:chgData name="Yuichiro Yamaji" userId="4cf851c2-2b8e-4ae1-9758-1f58cb76b3eb" providerId="ADAL" clId="{617B3DD3-C4AE-4241-AAC1-954A6A0921D9}" dt="2026-07-11T06:02:00.806" v="751" actId="1076"/>
          <ac:spMkLst>
            <pc:docMk/>
            <pc:sldMk cId="1360165140" sldId="264"/>
            <ac:spMk id="27" creationId="{5D3BE9F4-D6FD-2830-55CD-6CBA6FFE96D9}"/>
          </ac:spMkLst>
        </pc:spChg>
        <pc:spChg chg="add mod">
          <ac:chgData name="Yuichiro Yamaji" userId="4cf851c2-2b8e-4ae1-9758-1f58cb76b3eb" providerId="ADAL" clId="{617B3DD3-C4AE-4241-AAC1-954A6A0921D9}" dt="2026-07-11T06:02:04.271" v="753" actId="1076"/>
          <ac:spMkLst>
            <pc:docMk/>
            <pc:sldMk cId="1360165140" sldId="264"/>
            <ac:spMk id="28" creationId="{F086B2FA-C13C-9FA0-1719-23DA85D3337C}"/>
          </ac:spMkLst>
        </pc:spChg>
        <pc:spChg chg="add mod">
          <ac:chgData name="Yuichiro Yamaji" userId="4cf851c2-2b8e-4ae1-9758-1f58cb76b3eb" providerId="ADAL" clId="{617B3DD3-C4AE-4241-AAC1-954A6A0921D9}" dt="2026-07-11T06:02:08.786" v="763" actId="20577"/>
          <ac:spMkLst>
            <pc:docMk/>
            <pc:sldMk cId="1360165140" sldId="264"/>
            <ac:spMk id="29" creationId="{857D403A-02A0-5D34-A18B-C1EC1A94C1CF}"/>
          </ac:spMkLst>
        </pc:spChg>
        <pc:spChg chg="add del mod">
          <ac:chgData name="Yuichiro Yamaji" userId="4cf851c2-2b8e-4ae1-9758-1f58cb76b3eb" providerId="ADAL" clId="{617B3DD3-C4AE-4241-AAC1-954A6A0921D9}" dt="2026-07-11T06:06:58.858" v="1009" actId="478"/>
          <ac:spMkLst>
            <pc:docMk/>
            <pc:sldMk cId="1360165140" sldId="264"/>
            <ac:spMk id="35" creationId="{1DF22DBD-F93C-3CAD-B07A-09943E02D9B5}"/>
          </ac:spMkLst>
        </pc:spChg>
        <pc:spChg chg="add del mod">
          <ac:chgData name="Yuichiro Yamaji" userId="4cf851c2-2b8e-4ae1-9758-1f58cb76b3eb" providerId="ADAL" clId="{617B3DD3-C4AE-4241-AAC1-954A6A0921D9}" dt="2026-07-11T06:07:00.206" v="1010" actId="478"/>
          <ac:spMkLst>
            <pc:docMk/>
            <pc:sldMk cId="1360165140" sldId="264"/>
            <ac:spMk id="36" creationId="{9481BC01-BB0C-5ECB-013C-D388472BA87D}"/>
          </ac:spMkLst>
        </pc:spChg>
        <pc:picChg chg="add mod">
          <ac:chgData name="Yuichiro Yamaji" userId="4cf851c2-2b8e-4ae1-9758-1f58cb76b3eb" providerId="ADAL" clId="{617B3DD3-C4AE-4241-AAC1-954A6A0921D9}" dt="2026-07-11T05:53:28.108" v="182" actId="1076"/>
          <ac:picMkLst>
            <pc:docMk/>
            <pc:sldMk cId="1360165140" sldId="264"/>
            <ac:picMk id="8" creationId="{E365BA75-2B22-4017-8AC7-36AB30242E1B}"/>
          </ac:picMkLst>
        </pc:picChg>
        <pc:picChg chg="add mod">
          <ac:chgData name="Yuichiro Yamaji" userId="4cf851c2-2b8e-4ae1-9758-1f58cb76b3eb" providerId="ADAL" clId="{617B3DD3-C4AE-4241-AAC1-954A6A0921D9}" dt="2026-07-11T05:56:22.843" v="289" actId="1076"/>
          <ac:picMkLst>
            <pc:docMk/>
            <pc:sldMk cId="1360165140" sldId="264"/>
            <ac:picMk id="9" creationId="{D18DD115-9E0C-4F9B-812F-45B4302B6588}"/>
          </ac:picMkLst>
        </pc:picChg>
        <pc:picChg chg="add mod">
          <ac:chgData name="Yuichiro Yamaji" userId="4cf851c2-2b8e-4ae1-9758-1f58cb76b3eb" providerId="ADAL" clId="{617B3DD3-C4AE-4241-AAC1-954A6A0921D9}" dt="2026-07-11T05:56:22.843" v="289" actId="1076"/>
          <ac:picMkLst>
            <pc:docMk/>
            <pc:sldMk cId="1360165140" sldId="264"/>
            <ac:picMk id="17" creationId="{0E501153-D1F8-7682-F909-8D3410062E1A}"/>
          </ac:picMkLst>
        </pc:picChg>
        <pc:picChg chg="add mod">
          <ac:chgData name="Yuichiro Yamaji" userId="4cf851c2-2b8e-4ae1-9758-1f58cb76b3eb" providerId="ADAL" clId="{617B3DD3-C4AE-4241-AAC1-954A6A0921D9}" dt="2026-07-11T05:56:22.843" v="289" actId="1076"/>
          <ac:picMkLst>
            <pc:docMk/>
            <pc:sldMk cId="1360165140" sldId="264"/>
            <ac:picMk id="18" creationId="{1AD58D30-6DFA-EF34-8D0C-5E81CA24C35A}"/>
          </ac:picMkLst>
        </pc:picChg>
        <pc:picChg chg="add mod">
          <ac:chgData name="Yuichiro Yamaji" userId="4cf851c2-2b8e-4ae1-9758-1f58cb76b3eb" providerId="ADAL" clId="{617B3DD3-C4AE-4241-AAC1-954A6A0921D9}" dt="2026-07-11T05:58:51.894" v="454" actId="1076"/>
          <ac:picMkLst>
            <pc:docMk/>
            <pc:sldMk cId="1360165140" sldId="264"/>
            <ac:picMk id="24" creationId="{7C9EC302-E05D-DB80-9377-6EF2C23E4FED}"/>
          </ac:picMkLst>
        </pc:picChg>
        <pc:cxnChg chg="add mod">
          <ac:chgData name="Yuichiro Yamaji" userId="4cf851c2-2b8e-4ae1-9758-1f58cb76b3eb" providerId="ADAL" clId="{617B3DD3-C4AE-4241-AAC1-954A6A0921D9}" dt="2026-07-11T07:50:33.940" v="2951" actId="14100"/>
          <ac:cxnSpMkLst>
            <pc:docMk/>
            <pc:sldMk cId="1360165140" sldId="264"/>
            <ac:cxnSpMk id="30" creationId="{8A956444-CD91-19C2-1AEA-8E80C8CE65D3}"/>
          </ac:cxnSpMkLst>
        </pc:cxnChg>
        <pc:cxnChg chg="add mod">
          <ac:chgData name="Yuichiro Yamaji" userId="4cf851c2-2b8e-4ae1-9758-1f58cb76b3eb" providerId="ADAL" clId="{617B3DD3-C4AE-4241-AAC1-954A6A0921D9}" dt="2026-07-11T07:50:35.878" v="2952" actId="14100"/>
          <ac:cxnSpMkLst>
            <pc:docMk/>
            <pc:sldMk cId="1360165140" sldId="264"/>
            <ac:cxnSpMk id="33" creationId="{93458CA8-BF3D-36CA-07EA-CD8D85D3838E}"/>
          </ac:cxnSpMkLst>
        </pc:cxnChg>
      </pc:sldChg>
      <pc:sldChg chg="modSp add mod">
        <pc:chgData name="Yuichiro Yamaji" userId="4cf851c2-2b8e-4ae1-9758-1f58cb76b3eb" providerId="ADAL" clId="{617B3DD3-C4AE-4241-AAC1-954A6A0921D9}" dt="2026-07-11T05:43:29.214" v="45" actId="20577"/>
        <pc:sldMkLst>
          <pc:docMk/>
          <pc:sldMk cId="2680288645" sldId="265"/>
        </pc:sldMkLst>
        <pc:spChg chg="mod">
          <ac:chgData name="Yuichiro Yamaji" userId="4cf851c2-2b8e-4ae1-9758-1f58cb76b3eb" providerId="ADAL" clId="{617B3DD3-C4AE-4241-AAC1-954A6A0921D9}" dt="2026-07-11T05:43:29.214" v="45" actId="20577"/>
          <ac:spMkLst>
            <pc:docMk/>
            <pc:sldMk cId="2680288645" sldId="265"/>
            <ac:spMk id="18" creationId="{E08D4632-9B1A-A372-DE3B-A17B5B81D806}"/>
          </ac:spMkLst>
        </pc:spChg>
      </pc:sldChg>
      <pc:sldChg chg="addSp delSp modSp new mod">
        <pc:chgData name="Yuichiro Yamaji" userId="4cf851c2-2b8e-4ae1-9758-1f58cb76b3eb" providerId="ADAL" clId="{617B3DD3-C4AE-4241-AAC1-954A6A0921D9}" dt="2026-07-11T08:17:30.034" v="3483" actId="113"/>
        <pc:sldMkLst>
          <pc:docMk/>
          <pc:sldMk cId="541766363" sldId="266"/>
        </pc:sldMkLst>
        <pc:spChg chg="mod">
          <ac:chgData name="Yuichiro Yamaji" userId="4cf851c2-2b8e-4ae1-9758-1f58cb76b3eb" providerId="ADAL" clId="{617B3DD3-C4AE-4241-AAC1-954A6A0921D9}" dt="2026-07-11T06:03:44.541" v="816"/>
          <ac:spMkLst>
            <pc:docMk/>
            <pc:sldMk cId="541766363" sldId="266"/>
            <ac:spMk id="2" creationId="{C9A995F0-8FB3-E607-AAB2-574AA3882BDE}"/>
          </ac:spMkLst>
        </pc:spChg>
        <pc:spChg chg="del">
          <ac:chgData name="Yuichiro Yamaji" userId="4cf851c2-2b8e-4ae1-9758-1f58cb76b3eb" providerId="ADAL" clId="{617B3DD3-C4AE-4241-AAC1-954A6A0921D9}" dt="2026-07-11T06:04:04.041" v="817" actId="478"/>
          <ac:spMkLst>
            <pc:docMk/>
            <pc:sldMk cId="541766363" sldId="266"/>
            <ac:spMk id="5" creationId="{7899CDE0-A032-17ED-6C97-5CF557311949}"/>
          </ac:spMkLst>
        </pc:spChg>
        <pc:spChg chg="add mod">
          <ac:chgData name="Yuichiro Yamaji" userId="4cf851c2-2b8e-4ae1-9758-1f58cb76b3eb" providerId="ADAL" clId="{617B3DD3-C4AE-4241-AAC1-954A6A0921D9}" dt="2026-07-11T08:17:30.034" v="3483" actId="113"/>
          <ac:spMkLst>
            <pc:docMk/>
            <pc:sldMk cId="541766363" sldId="266"/>
            <ac:spMk id="7" creationId="{BFA22900-192C-E469-73CF-2A9AE77BB5AE}"/>
          </ac:spMkLst>
        </pc:spChg>
        <pc:spChg chg="add del mod">
          <ac:chgData name="Yuichiro Yamaji" userId="4cf851c2-2b8e-4ae1-9758-1f58cb76b3eb" providerId="ADAL" clId="{617B3DD3-C4AE-4241-AAC1-954A6A0921D9}" dt="2026-07-11T07:52:38.222" v="2994" actId="478"/>
          <ac:spMkLst>
            <pc:docMk/>
            <pc:sldMk cId="541766363" sldId="266"/>
            <ac:spMk id="8" creationId="{474C2C76-C49D-1361-D0E4-4C75B08B7A15}"/>
          </ac:spMkLst>
        </pc:spChg>
        <pc:spChg chg="add del mod">
          <ac:chgData name="Yuichiro Yamaji" userId="4cf851c2-2b8e-4ae1-9758-1f58cb76b3eb" providerId="ADAL" clId="{617B3DD3-C4AE-4241-AAC1-954A6A0921D9}" dt="2026-07-11T07:52:38.222" v="2994" actId="478"/>
          <ac:spMkLst>
            <pc:docMk/>
            <pc:sldMk cId="541766363" sldId="266"/>
            <ac:spMk id="9" creationId="{7B0143EE-00C1-C4F4-A651-4DC700339AD7}"/>
          </ac:spMkLst>
        </pc:spChg>
        <pc:spChg chg="add del mod">
          <ac:chgData name="Yuichiro Yamaji" userId="4cf851c2-2b8e-4ae1-9758-1f58cb76b3eb" providerId="ADAL" clId="{617B3DD3-C4AE-4241-AAC1-954A6A0921D9}" dt="2026-07-11T07:52:38.222" v="2994" actId="478"/>
          <ac:spMkLst>
            <pc:docMk/>
            <pc:sldMk cId="541766363" sldId="266"/>
            <ac:spMk id="10" creationId="{756B962E-546B-8C30-B9A8-9476D8753476}"/>
          </ac:spMkLst>
        </pc:spChg>
        <pc:spChg chg="add del mod">
          <ac:chgData name="Yuichiro Yamaji" userId="4cf851c2-2b8e-4ae1-9758-1f58cb76b3eb" providerId="ADAL" clId="{617B3DD3-C4AE-4241-AAC1-954A6A0921D9}" dt="2026-07-11T06:06:54.405" v="1007" actId="478"/>
          <ac:spMkLst>
            <pc:docMk/>
            <pc:sldMk cId="541766363" sldId="266"/>
            <ac:spMk id="13" creationId="{B4F9B759-3327-87B2-8EAF-7763FCE0A3F7}"/>
          </ac:spMkLst>
        </pc:spChg>
        <pc:spChg chg="add del mod">
          <ac:chgData name="Yuichiro Yamaji" userId="4cf851c2-2b8e-4ae1-9758-1f58cb76b3eb" providerId="ADAL" clId="{617B3DD3-C4AE-4241-AAC1-954A6A0921D9}" dt="2026-07-11T06:06:55.267" v="1008" actId="478"/>
          <ac:spMkLst>
            <pc:docMk/>
            <pc:sldMk cId="541766363" sldId="266"/>
            <ac:spMk id="14" creationId="{EF34B967-0964-99F1-B97C-572A980B4BBE}"/>
          </ac:spMkLst>
        </pc:spChg>
        <pc:spChg chg="add mod">
          <ac:chgData name="Yuichiro Yamaji" userId="4cf851c2-2b8e-4ae1-9758-1f58cb76b3eb" providerId="ADAL" clId="{617B3DD3-C4AE-4241-AAC1-954A6A0921D9}" dt="2026-07-11T07:52:18.074" v="2991" actId="113"/>
          <ac:spMkLst>
            <pc:docMk/>
            <pc:sldMk cId="541766363" sldId="266"/>
            <ac:spMk id="16" creationId="{FD5B55A9-2512-B80F-2404-0494817AAC71}"/>
          </ac:spMkLst>
        </pc:spChg>
        <pc:spChg chg="add mod">
          <ac:chgData name="Yuichiro Yamaji" userId="4cf851c2-2b8e-4ae1-9758-1f58cb76b3eb" providerId="ADAL" clId="{617B3DD3-C4AE-4241-AAC1-954A6A0921D9}" dt="2026-07-11T06:11:02.979" v="1110" actId="207"/>
          <ac:spMkLst>
            <pc:docMk/>
            <pc:sldMk cId="541766363" sldId="266"/>
            <ac:spMk id="17" creationId="{99661B0B-DF98-C07C-B56D-D64CCD5E51B5}"/>
          </ac:spMkLst>
        </pc:spChg>
        <pc:spChg chg="add mod">
          <ac:chgData name="Yuichiro Yamaji" userId="4cf851c2-2b8e-4ae1-9758-1f58cb76b3eb" providerId="ADAL" clId="{617B3DD3-C4AE-4241-AAC1-954A6A0921D9}" dt="2026-07-11T06:18:39.648" v="1379" actId="113"/>
          <ac:spMkLst>
            <pc:docMk/>
            <pc:sldMk cId="541766363" sldId="266"/>
            <ac:spMk id="18" creationId="{6261304A-D99A-A808-2563-730585F54BA1}"/>
          </ac:spMkLst>
        </pc:spChg>
        <pc:spChg chg="add mod">
          <ac:chgData name="Yuichiro Yamaji" userId="4cf851c2-2b8e-4ae1-9758-1f58cb76b3eb" providerId="ADAL" clId="{617B3DD3-C4AE-4241-AAC1-954A6A0921D9}" dt="2026-07-11T06:12:29.331" v="1148" actId="14100"/>
          <ac:spMkLst>
            <pc:docMk/>
            <pc:sldMk cId="541766363" sldId="266"/>
            <ac:spMk id="19" creationId="{5D236531-5FB6-CB71-74E3-5D8828DC92C0}"/>
          </ac:spMkLst>
        </pc:spChg>
        <pc:spChg chg="add mod">
          <ac:chgData name="Yuichiro Yamaji" userId="4cf851c2-2b8e-4ae1-9758-1f58cb76b3eb" providerId="ADAL" clId="{617B3DD3-C4AE-4241-AAC1-954A6A0921D9}" dt="2026-07-11T07:52:21.105" v="2992" actId="113"/>
          <ac:spMkLst>
            <pc:docMk/>
            <pc:sldMk cId="541766363" sldId="266"/>
            <ac:spMk id="20" creationId="{14616115-4441-D7DC-7977-49BDDEE915CB}"/>
          </ac:spMkLst>
        </pc:spChg>
        <pc:spChg chg="add mod">
          <ac:chgData name="Yuichiro Yamaji" userId="4cf851c2-2b8e-4ae1-9758-1f58cb76b3eb" providerId="ADAL" clId="{617B3DD3-C4AE-4241-AAC1-954A6A0921D9}" dt="2026-07-11T06:14:00.935" v="1221" actId="115"/>
          <ac:spMkLst>
            <pc:docMk/>
            <pc:sldMk cId="541766363" sldId="266"/>
            <ac:spMk id="23" creationId="{2B725470-6238-1463-B717-B29277009E09}"/>
          </ac:spMkLst>
        </pc:spChg>
        <pc:spChg chg="add mod">
          <ac:chgData name="Yuichiro Yamaji" userId="4cf851c2-2b8e-4ae1-9758-1f58cb76b3eb" providerId="ADAL" clId="{617B3DD3-C4AE-4241-AAC1-954A6A0921D9}" dt="2026-07-11T06:16:39.303" v="1287" actId="20577"/>
          <ac:spMkLst>
            <pc:docMk/>
            <pc:sldMk cId="541766363" sldId="266"/>
            <ac:spMk id="24" creationId="{EF79D42D-4D32-8A31-6640-C60BF97BBD35}"/>
          </ac:spMkLst>
        </pc:spChg>
        <pc:spChg chg="add mod">
          <ac:chgData name="Yuichiro Yamaji" userId="4cf851c2-2b8e-4ae1-9758-1f58cb76b3eb" providerId="ADAL" clId="{617B3DD3-C4AE-4241-AAC1-954A6A0921D9}" dt="2026-07-11T07:53:08.386" v="3054" actId="1076"/>
          <ac:spMkLst>
            <pc:docMk/>
            <pc:sldMk cId="541766363" sldId="266"/>
            <ac:spMk id="28" creationId="{F824BA32-BE21-4D92-CA7B-D2D160D69354}"/>
          </ac:spMkLst>
        </pc:spChg>
        <pc:spChg chg="add mod">
          <ac:chgData name="Yuichiro Yamaji" userId="4cf851c2-2b8e-4ae1-9758-1f58cb76b3eb" providerId="ADAL" clId="{617B3DD3-C4AE-4241-AAC1-954A6A0921D9}" dt="2026-07-11T06:42:11.958" v="1554" actId="571"/>
          <ac:spMkLst>
            <pc:docMk/>
            <pc:sldMk cId="541766363" sldId="266"/>
            <ac:spMk id="32" creationId="{8EB83487-9313-5FC4-7285-52FCC296908B}"/>
          </ac:spMkLst>
        </pc:spChg>
        <pc:graphicFrameChg chg="add del mod modGraphic">
          <ac:chgData name="Yuichiro Yamaji" userId="4cf851c2-2b8e-4ae1-9758-1f58cb76b3eb" providerId="ADAL" clId="{617B3DD3-C4AE-4241-AAC1-954A6A0921D9}" dt="2026-07-11T06:15:14.380" v="1276" actId="478"/>
          <ac:graphicFrameMkLst>
            <pc:docMk/>
            <pc:sldMk cId="541766363" sldId="266"/>
            <ac:graphicFrameMk id="29" creationId="{162B3CFF-8E14-E0F4-D94C-7D33AB27CCCC}"/>
          </ac:graphicFrameMkLst>
        </pc:graphicFrameChg>
        <pc:picChg chg="add del mod">
          <ac:chgData name="Yuichiro Yamaji" userId="4cf851c2-2b8e-4ae1-9758-1f58cb76b3eb" providerId="ADAL" clId="{617B3DD3-C4AE-4241-AAC1-954A6A0921D9}" dt="2026-07-11T07:52:38.222" v="2994" actId="478"/>
          <ac:picMkLst>
            <pc:docMk/>
            <pc:sldMk cId="541766363" sldId="266"/>
            <ac:picMk id="11" creationId="{85EBA35A-581E-C8AB-2562-CC310999BCF7}"/>
          </ac:picMkLst>
        </pc:picChg>
        <pc:picChg chg="add del mod">
          <ac:chgData name="Yuichiro Yamaji" userId="4cf851c2-2b8e-4ae1-9758-1f58cb76b3eb" providerId="ADAL" clId="{617B3DD3-C4AE-4241-AAC1-954A6A0921D9}" dt="2026-07-11T07:52:38.222" v="2994" actId="478"/>
          <ac:picMkLst>
            <pc:docMk/>
            <pc:sldMk cId="541766363" sldId="266"/>
            <ac:picMk id="12" creationId="{EC6886A8-78EA-77A2-86A4-DEE75DDA96C6}"/>
          </ac:picMkLst>
        </pc:picChg>
        <pc:picChg chg="add mod">
          <ac:chgData name="Yuichiro Yamaji" userId="4cf851c2-2b8e-4ae1-9758-1f58cb76b3eb" providerId="ADAL" clId="{617B3DD3-C4AE-4241-AAC1-954A6A0921D9}" dt="2026-07-11T06:09:27.934" v="1075" actId="1076"/>
          <ac:picMkLst>
            <pc:docMk/>
            <pc:sldMk cId="541766363" sldId="266"/>
            <ac:picMk id="15" creationId="{99D15893-A9DC-60AC-4614-13F2B3318806}"/>
          </ac:picMkLst>
        </pc:picChg>
        <pc:picChg chg="add mod">
          <ac:chgData name="Yuichiro Yamaji" userId="4cf851c2-2b8e-4ae1-9758-1f58cb76b3eb" providerId="ADAL" clId="{617B3DD3-C4AE-4241-AAC1-954A6A0921D9}" dt="2026-07-11T06:13:18.481" v="1169" actId="1076"/>
          <ac:picMkLst>
            <pc:docMk/>
            <pc:sldMk cId="541766363" sldId="266"/>
            <ac:picMk id="22" creationId="{8B72E44D-F022-4396-B521-EFCB6F702892}"/>
          </ac:picMkLst>
        </pc:picChg>
        <pc:picChg chg="add mod modCrop">
          <ac:chgData name="Yuichiro Yamaji" userId="4cf851c2-2b8e-4ae1-9758-1f58cb76b3eb" providerId="ADAL" clId="{617B3DD3-C4AE-4241-AAC1-954A6A0921D9}" dt="2026-07-11T06:16:33.331" v="1282" actId="1076"/>
          <ac:picMkLst>
            <pc:docMk/>
            <pc:sldMk cId="541766363" sldId="266"/>
            <ac:picMk id="31" creationId="{9DB403A2-D103-3714-FCEE-7192EE52A2F1}"/>
          </ac:picMkLst>
        </pc:picChg>
        <pc:picChg chg="add mod">
          <ac:chgData name="Yuichiro Yamaji" userId="4cf851c2-2b8e-4ae1-9758-1f58cb76b3eb" providerId="ADAL" clId="{617B3DD3-C4AE-4241-AAC1-954A6A0921D9}" dt="2026-07-11T06:42:11.958" v="1554" actId="571"/>
          <ac:picMkLst>
            <pc:docMk/>
            <pc:sldMk cId="541766363" sldId="266"/>
            <ac:picMk id="33" creationId="{E8A47194-3A2F-D5F3-B06F-73F4CC3E505A}"/>
          </ac:picMkLst>
        </pc:picChg>
        <pc:picChg chg="add mod">
          <ac:chgData name="Yuichiro Yamaji" userId="4cf851c2-2b8e-4ae1-9758-1f58cb76b3eb" providerId="ADAL" clId="{617B3DD3-C4AE-4241-AAC1-954A6A0921D9}" dt="2026-07-11T06:42:11.958" v="1554" actId="571"/>
          <ac:picMkLst>
            <pc:docMk/>
            <pc:sldMk cId="541766363" sldId="266"/>
            <ac:picMk id="34" creationId="{F378EC69-2DB8-04D1-7E5E-E791BC9964AA}"/>
          </ac:picMkLst>
        </pc:picChg>
        <pc:cxnChg chg="add del mod">
          <ac:chgData name="Yuichiro Yamaji" userId="4cf851c2-2b8e-4ae1-9758-1f58cb76b3eb" providerId="ADAL" clId="{617B3DD3-C4AE-4241-AAC1-954A6A0921D9}" dt="2026-07-11T07:52:34.576" v="2993" actId="478"/>
          <ac:cxnSpMkLst>
            <pc:docMk/>
            <pc:sldMk cId="541766363" sldId="266"/>
            <ac:cxnSpMk id="25" creationId="{CB8F7289-A5DB-0E4B-9D06-2D3C5AAE09B5}"/>
          </ac:cxnSpMkLst>
        </pc:cxnChg>
      </pc:sldChg>
      <pc:sldChg chg="addSp delSp modSp new mod">
        <pc:chgData name="Yuichiro Yamaji" userId="4cf851c2-2b8e-4ae1-9758-1f58cb76b3eb" providerId="ADAL" clId="{617B3DD3-C4AE-4241-AAC1-954A6A0921D9}" dt="2026-07-11T08:29:59.599" v="3818" actId="20577"/>
        <pc:sldMkLst>
          <pc:docMk/>
          <pc:sldMk cId="3431512315" sldId="267"/>
        </pc:sldMkLst>
        <pc:spChg chg="mod">
          <ac:chgData name="Yuichiro Yamaji" userId="4cf851c2-2b8e-4ae1-9758-1f58cb76b3eb" providerId="ADAL" clId="{617B3DD3-C4AE-4241-AAC1-954A6A0921D9}" dt="2026-07-11T06:19:27.262" v="1381"/>
          <ac:spMkLst>
            <pc:docMk/>
            <pc:sldMk cId="3431512315" sldId="267"/>
            <ac:spMk id="2" creationId="{2D0F5BA7-00FA-0678-6F51-3B32DF1437FC}"/>
          </ac:spMkLst>
        </pc:spChg>
        <pc:spChg chg="del">
          <ac:chgData name="Yuichiro Yamaji" userId="4cf851c2-2b8e-4ae1-9758-1f58cb76b3eb" providerId="ADAL" clId="{617B3DD3-C4AE-4241-AAC1-954A6A0921D9}" dt="2026-07-11T06:19:33.618" v="1382" actId="478"/>
          <ac:spMkLst>
            <pc:docMk/>
            <pc:sldMk cId="3431512315" sldId="267"/>
            <ac:spMk id="5" creationId="{D9705C14-5874-50F0-4249-BF70C3C6DADF}"/>
          </ac:spMkLst>
        </pc:spChg>
        <pc:spChg chg="add mod">
          <ac:chgData name="Yuichiro Yamaji" userId="4cf851c2-2b8e-4ae1-9758-1f58cb76b3eb" providerId="ADAL" clId="{617B3DD3-C4AE-4241-AAC1-954A6A0921D9}" dt="2026-07-11T08:29:59.599" v="3818" actId="20577"/>
          <ac:spMkLst>
            <pc:docMk/>
            <pc:sldMk cId="3431512315" sldId="267"/>
            <ac:spMk id="7" creationId="{9A30139E-94DF-DB20-8890-6BBE67DDA28E}"/>
          </ac:spMkLst>
        </pc:spChg>
        <pc:spChg chg="add mod">
          <ac:chgData name="Yuichiro Yamaji" userId="4cf851c2-2b8e-4ae1-9758-1f58cb76b3eb" providerId="ADAL" clId="{617B3DD3-C4AE-4241-AAC1-954A6A0921D9}" dt="2026-07-11T06:46:22.530" v="1752" actId="1076"/>
          <ac:spMkLst>
            <pc:docMk/>
            <pc:sldMk cId="3431512315" sldId="267"/>
            <ac:spMk id="8" creationId="{3BE40558-8835-8993-C4FD-BC5784BBFD7D}"/>
          </ac:spMkLst>
        </pc:spChg>
        <pc:spChg chg="add mod">
          <ac:chgData name="Yuichiro Yamaji" userId="4cf851c2-2b8e-4ae1-9758-1f58cb76b3eb" providerId="ADAL" clId="{617B3DD3-C4AE-4241-AAC1-954A6A0921D9}" dt="2026-07-11T06:56:01.497" v="2039"/>
          <ac:spMkLst>
            <pc:docMk/>
            <pc:sldMk cId="3431512315" sldId="267"/>
            <ac:spMk id="9" creationId="{59B027CA-72C1-F95B-D54A-711F3F328343}"/>
          </ac:spMkLst>
        </pc:spChg>
        <pc:spChg chg="add mod">
          <ac:chgData name="Yuichiro Yamaji" userId="4cf851c2-2b8e-4ae1-9758-1f58cb76b3eb" providerId="ADAL" clId="{617B3DD3-C4AE-4241-AAC1-954A6A0921D9}" dt="2026-07-11T06:46:22.530" v="1752" actId="1076"/>
          <ac:spMkLst>
            <pc:docMk/>
            <pc:sldMk cId="3431512315" sldId="267"/>
            <ac:spMk id="10" creationId="{783B0C80-305E-956D-EEC6-C60DC9ED86C8}"/>
          </ac:spMkLst>
        </pc:spChg>
        <pc:spChg chg="add mod">
          <ac:chgData name="Yuichiro Yamaji" userId="4cf851c2-2b8e-4ae1-9758-1f58cb76b3eb" providerId="ADAL" clId="{617B3DD3-C4AE-4241-AAC1-954A6A0921D9}" dt="2026-07-11T06:45:47.055" v="1745" actId="1076"/>
          <ac:spMkLst>
            <pc:docMk/>
            <pc:sldMk cId="3431512315" sldId="267"/>
            <ac:spMk id="13" creationId="{E3F8CA01-FF26-EAEC-331E-420D7F8D0D32}"/>
          </ac:spMkLst>
        </pc:spChg>
        <pc:spChg chg="add mod">
          <ac:chgData name="Yuichiro Yamaji" userId="4cf851c2-2b8e-4ae1-9758-1f58cb76b3eb" providerId="ADAL" clId="{617B3DD3-C4AE-4241-AAC1-954A6A0921D9}" dt="2026-07-11T06:55:56.169" v="2037" actId="20577"/>
          <ac:spMkLst>
            <pc:docMk/>
            <pc:sldMk cId="3431512315" sldId="267"/>
            <ac:spMk id="15" creationId="{16F2BF12-223C-0A75-C19E-C5029760BAA8}"/>
          </ac:spMkLst>
        </pc:spChg>
        <pc:spChg chg="add del mod">
          <ac:chgData name="Yuichiro Yamaji" userId="4cf851c2-2b8e-4ae1-9758-1f58cb76b3eb" providerId="ADAL" clId="{617B3DD3-C4AE-4241-AAC1-954A6A0921D9}" dt="2026-07-11T06:46:45.446" v="1756" actId="478"/>
          <ac:spMkLst>
            <pc:docMk/>
            <pc:sldMk cId="3431512315" sldId="267"/>
            <ac:spMk id="16" creationId="{4E0CA166-BB05-59CB-7A50-CAD6913A1DED}"/>
          </ac:spMkLst>
        </pc:spChg>
        <pc:spChg chg="add del mod">
          <ac:chgData name="Yuichiro Yamaji" userId="4cf851c2-2b8e-4ae1-9758-1f58cb76b3eb" providerId="ADAL" clId="{617B3DD3-C4AE-4241-AAC1-954A6A0921D9}" dt="2026-07-11T06:46:46.850" v="1757" actId="478"/>
          <ac:spMkLst>
            <pc:docMk/>
            <pc:sldMk cId="3431512315" sldId="267"/>
            <ac:spMk id="17" creationId="{216A634D-6AEC-41D5-04AB-D078D0F98D01}"/>
          </ac:spMkLst>
        </pc:spChg>
        <pc:spChg chg="add mod">
          <ac:chgData name="Yuichiro Yamaji" userId="4cf851c2-2b8e-4ae1-9758-1f58cb76b3eb" providerId="ADAL" clId="{617B3DD3-C4AE-4241-AAC1-954A6A0921D9}" dt="2026-07-11T06:47:02.631" v="1771" actId="1076"/>
          <ac:spMkLst>
            <pc:docMk/>
            <pc:sldMk cId="3431512315" sldId="267"/>
            <ac:spMk id="18" creationId="{715BE97F-BB4B-8CF9-0DF3-79826FE122DA}"/>
          </ac:spMkLst>
        </pc:spChg>
        <pc:picChg chg="add mod">
          <ac:chgData name="Yuichiro Yamaji" userId="4cf851c2-2b8e-4ae1-9758-1f58cb76b3eb" providerId="ADAL" clId="{617B3DD3-C4AE-4241-AAC1-954A6A0921D9}" dt="2026-07-11T06:48:07.093" v="1784" actId="1076"/>
          <ac:picMkLst>
            <pc:docMk/>
            <pc:sldMk cId="3431512315" sldId="267"/>
            <ac:picMk id="11" creationId="{6D88F4F9-3F00-46AB-4F8B-BFAEF1269039}"/>
          </ac:picMkLst>
        </pc:picChg>
        <pc:picChg chg="add mod">
          <ac:chgData name="Yuichiro Yamaji" userId="4cf851c2-2b8e-4ae1-9758-1f58cb76b3eb" providerId="ADAL" clId="{617B3DD3-C4AE-4241-AAC1-954A6A0921D9}" dt="2026-07-11T06:46:22.530" v="1752" actId="1076"/>
          <ac:picMkLst>
            <pc:docMk/>
            <pc:sldMk cId="3431512315" sldId="267"/>
            <ac:picMk id="12" creationId="{54E7E5EC-B3A8-3A5E-425A-CD472A1910CF}"/>
          </ac:picMkLst>
        </pc:picChg>
        <pc:picChg chg="add mod">
          <ac:chgData name="Yuichiro Yamaji" userId="4cf851c2-2b8e-4ae1-9758-1f58cb76b3eb" providerId="ADAL" clId="{617B3DD3-C4AE-4241-AAC1-954A6A0921D9}" dt="2026-07-11T06:46:08.976" v="1749" actId="1076"/>
          <ac:picMkLst>
            <pc:docMk/>
            <pc:sldMk cId="3431512315" sldId="267"/>
            <ac:picMk id="14" creationId="{4B79887E-8461-7E64-43B0-2FBDF9F2211E}"/>
          </ac:picMkLst>
        </pc:picChg>
        <pc:picChg chg="add mod">
          <ac:chgData name="Yuichiro Yamaji" userId="4cf851c2-2b8e-4ae1-9758-1f58cb76b3eb" providerId="ADAL" clId="{617B3DD3-C4AE-4241-AAC1-954A6A0921D9}" dt="2026-07-11T06:48:05.994" v="1783" actId="1076"/>
          <ac:picMkLst>
            <pc:docMk/>
            <pc:sldMk cId="3431512315" sldId="267"/>
            <ac:picMk id="26" creationId="{821C0F57-DAD5-71C4-7D63-31BB757ECD02}"/>
          </ac:picMkLst>
        </pc:picChg>
        <pc:cxnChg chg="add mod">
          <ac:chgData name="Yuichiro Yamaji" userId="4cf851c2-2b8e-4ae1-9758-1f58cb76b3eb" providerId="ADAL" clId="{617B3DD3-C4AE-4241-AAC1-954A6A0921D9}" dt="2026-07-11T06:47:22.839" v="1775" actId="14100"/>
          <ac:cxnSpMkLst>
            <pc:docMk/>
            <pc:sldMk cId="3431512315" sldId="267"/>
            <ac:cxnSpMk id="19" creationId="{2E0216A4-AD9C-C3BE-AAB3-7D93E1A3005C}"/>
          </ac:cxnSpMkLst>
        </pc:cxnChg>
        <pc:cxnChg chg="add mod">
          <ac:chgData name="Yuichiro Yamaji" userId="4cf851c2-2b8e-4ae1-9758-1f58cb76b3eb" providerId="ADAL" clId="{617B3DD3-C4AE-4241-AAC1-954A6A0921D9}" dt="2026-07-11T06:47:28.817" v="1778" actId="14100"/>
          <ac:cxnSpMkLst>
            <pc:docMk/>
            <pc:sldMk cId="3431512315" sldId="267"/>
            <ac:cxnSpMk id="22" creationId="{01E83D9A-8E42-CE17-3C00-FCC8BE57CB41}"/>
          </ac:cxnSpMkLst>
        </pc:cxnChg>
        <pc:cxnChg chg="add mod">
          <ac:chgData name="Yuichiro Yamaji" userId="4cf851c2-2b8e-4ae1-9758-1f58cb76b3eb" providerId="ADAL" clId="{617B3DD3-C4AE-4241-AAC1-954A6A0921D9}" dt="2026-07-11T06:47:36.697" v="1781" actId="14100"/>
          <ac:cxnSpMkLst>
            <pc:docMk/>
            <pc:sldMk cId="3431512315" sldId="267"/>
            <ac:cxnSpMk id="24" creationId="{310124D7-1B46-2249-C896-1733A8115F01}"/>
          </ac:cxnSpMkLst>
        </pc:cxnChg>
      </pc:sldChg>
      <pc:sldChg chg="addSp delSp modSp new mod">
        <pc:chgData name="Yuichiro Yamaji" userId="4cf851c2-2b8e-4ae1-9758-1f58cb76b3eb" providerId="ADAL" clId="{617B3DD3-C4AE-4241-AAC1-954A6A0921D9}" dt="2026-07-11T08:30:05.467" v="3822" actId="20577"/>
        <pc:sldMkLst>
          <pc:docMk/>
          <pc:sldMk cId="2399501106" sldId="268"/>
        </pc:sldMkLst>
        <pc:spChg chg="mod">
          <ac:chgData name="Yuichiro Yamaji" userId="4cf851c2-2b8e-4ae1-9758-1f58cb76b3eb" providerId="ADAL" clId="{617B3DD3-C4AE-4241-AAC1-954A6A0921D9}" dt="2026-07-11T06:48:17.378" v="1786"/>
          <ac:spMkLst>
            <pc:docMk/>
            <pc:sldMk cId="2399501106" sldId="268"/>
            <ac:spMk id="2" creationId="{3C3ACAAD-0A1A-495B-A42D-3EDE1F58740F}"/>
          </ac:spMkLst>
        </pc:spChg>
        <pc:spChg chg="del">
          <ac:chgData name="Yuichiro Yamaji" userId="4cf851c2-2b8e-4ae1-9758-1f58cb76b3eb" providerId="ADAL" clId="{617B3DD3-C4AE-4241-AAC1-954A6A0921D9}" dt="2026-07-11T06:48:19.501" v="1787" actId="478"/>
          <ac:spMkLst>
            <pc:docMk/>
            <pc:sldMk cId="2399501106" sldId="268"/>
            <ac:spMk id="5" creationId="{E640CE86-61EC-0BBB-298D-A9B084315CF6}"/>
          </ac:spMkLst>
        </pc:spChg>
        <pc:spChg chg="add mod">
          <ac:chgData name="Yuichiro Yamaji" userId="4cf851c2-2b8e-4ae1-9758-1f58cb76b3eb" providerId="ADAL" clId="{617B3DD3-C4AE-4241-AAC1-954A6A0921D9}" dt="2026-07-11T08:30:05.467" v="3822" actId="20577"/>
          <ac:spMkLst>
            <pc:docMk/>
            <pc:sldMk cId="2399501106" sldId="268"/>
            <ac:spMk id="7" creationId="{EA6077CC-2F3D-5BFB-1BAA-F8CC25F6B0B8}"/>
          </ac:spMkLst>
        </pc:spChg>
      </pc:sldChg>
      <pc:sldChg chg="modSp add mod">
        <pc:chgData name="Yuichiro Yamaji" userId="4cf851c2-2b8e-4ae1-9758-1f58cb76b3eb" providerId="ADAL" clId="{617B3DD3-C4AE-4241-AAC1-954A6A0921D9}" dt="2026-07-11T06:56:57.826" v="2087" actId="20577"/>
        <pc:sldMkLst>
          <pc:docMk/>
          <pc:sldMk cId="3635776925" sldId="269"/>
        </pc:sldMkLst>
        <pc:spChg chg="mod">
          <ac:chgData name="Yuichiro Yamaji" userId="4cf851c2-2b8e-4ae1-9758-1f58cb76b3eb" providerId="ADAL" clId="{617B3DD3-C4AE-4241-AAC1-954A6A0921D9}" dt="2026-07-11T06:56:57.826" v="2087" actId="20577"/>
          <ac:spMkLst>
            <pc:docMk/>
            <pc:sldMk cId="3635776925" sldId="269"/>
            <ac:spMk id="18" creationId="{948E46B2-48F5-938A-94AB-3FCF23A7102E}"/>
          </ac:spMkLst>
        </pc:spChg>
      </pc:sldChg>
      <pc:sldChg chg="addSp delSp modSp add mod">
        <pc:chgData name="Yuichiro Yamaji" userId="4cf851c2-2b8e-4ae1-9758-1f58cb76b3eb" providerId="ADAL" clId="{617B3DD3-C4AE-4241-AAC1-954A6A0921D9}" dt="2026-07-11T08:25:29.307" v="3712" actId="1076"/>
        <pc:sldMkLst>
          <pc:docMk/>
          <pc:sldMk cId="2832410936" sldId="270"/>
        </pc:sldMkLst>
        <pc:spChg chg="mod">
          <ac:chgData name="Yuichiro Yamaji" userId="4cf851c2-2b8e-4ae1-9758-1f58cb76b3eb" providerId="ADAL" clId="{617B3DD3-C4AE-4241-AAC1-954A6A0921D9}" dt="2026-07-11T07:27:16.453" v="2306" actId="20577"/>
          <ac:spMkLst>
            <pc:docMk/>
            <pc:sldMk cId="2832410936" sldId="270"/>
            <ac:spMk id="2" creationId="{16CC76C7-F98E-C35E-AD34-3F0ACE937B0B}"/>
          </ac:spMkLst>
        </pc:spChg>
        <pc:spChg chg="add mod">
          <ac:chgData name="Yuichiro Yamaji" userId="4cf851c2-2b8e-4ae1-9758-1f58cb76b3eb" providerId="ADAL" clId="{617B3DD3-C4AE-4241-AAC1-954A6A0921D9}" dt="2026-07-11T08:15:44.204" v="3461" actId="113"/>
          <ac:spMkLst>
            <pc:docMk/>
            <pc:sldMk cId="2832410936" sldId="270"/>
            <ac:spMk id="5" creationId="{3477B242-6F76-665C-370B-E3A0881E0B3E}"/>
          </ac:spMkLst>
        </pc:spChg>
        <pc:spChg chg="mod">
          <ac:chgData name="Yuichiro Yamaji" userId="4cf851c2-2b8e-4ae1-9758-1f58cb76b3eb" providerId="ADAL" clId="{617B3DD3-C4AE-4241-AAC1-954A6A0921D9}" dt="2026-07-11T08:25:23.483" v="3711" actId="20577"/>
          <ac:spMkLst>
            <pc:docMk/>
            <pc:sldMk cId="2832410936" sldId="270"/>
            <ac:spMk id="7" creationId="{205D579E-88A3-D98C-BE57-12C6E889751C}"/>
          </ac:spMkLst>
        </pc:spChg>
        <pc:spChg chg="del">
          <ac:chgData name="Yuichiro Yamaji" userId="4cf851c2-2b8e-4ae1-9758-1f58cb76b3eb" providerId="ADAL" clId="{617B3DD3-C4AE-4241-AAC1-954A6A0921D9}" dt="2026-07-11T06:59:37.419" v="2122" actId="478"/>
          <ac:spMkLst>
            <pc:docMk/>
            <pc:sldMk cId="2832410936" sldId="270"/>
            <ac:spMk id="10" creationId="{3D601252-E00D-7358-AA0E-5C5A7BE842D0}"/>
          </ac:spMkLst>
        </pc:spChg>
        <pc:spChg chg="del">
          <ac:chgData name="Yuichiro Yamaji" userId="4cf851c2-2b8e-4ae1-9758-1f58cb76b3eb" providerId="ADAL" clId="{617B3DD3-C4AE-4241-AAC1-954A6A0921D9}" dt="2026-07-11T06:59:37.419" v="2122" actId="478"/>
          <ac:spMkLst>
            <pc:docMk/>
            <pc:sldMk cId="2832410936" sldId="270"/>
            <ac:spMk id="11" creationId="{D15ABA3F-C7A7-8AE8-43A5-06A5947131A4}"/>
          </ac:spMkLst>
        </pc:spChg>
        <pc:spChg chg="del">
          <ac:chgData name="Yuichiro Yamaji" userId="4cf851c2-2b8e-4ae1-9758-1f58cb76b3eb" providerId="ADAL" clId="{617B3DD3-C4AE-4241-AAC1-954A6A0921D9}" dt="2026-07-11T06:59:37.419" v="2122" actId="478"/>
          <ac:spMkLst>
            <pc:docMk/>
            <pc:sldMk cId="2832410936" sldId="270"/>
            <ac:spMk id="12" creationId="{81A7DB49-0119-6A57-CF4F-159DC7E0B72E}"/>
          </ac:spMkLst>
        </pc:spChg>
        <pc:spChg chg="del">
          <ac:chgData name="Yuichiro Yamaji" userId="4cf851c2-2b8e-4ae1-9758-1f58cb76b3eb" providerId="ADAL" clId="{617B3DD3-C4AE-4241-AAC1-954A6A0921D9}" dt="2026-07-11T06:59:37.419" v="2122" actId="478"/>
          <ac:spMkLst>
            <pc:docMk/>
            <pc:sldMk cId="2832410936" sldId="270"/>
            <ac:spMk id="13" creationId="{716F0FA9-C24F-38F1-3F6B-F1714CD7D8A2}"/>
          </ac:spMkLst>
        </pc:spChg>
        <pc:spChg chg="del">
          <ac:chgData name="Yuichiro Yamaji" userId="4cf851c2-2b8e-4ae1-9758-1f58cb76b3eb" providerId="ADAL" clId="{617B3DD3-C4AE-4241-AAC1-954A6A0921D9}" dt="2026-07-11T06:59:39.407" v="2123" actId="478"/>
          <ac:spMkLst>
            <pc:docMk/>
            <pc:sldMk cId="2832410936" sldId="270"/>
            <ac:spMk id="14" creationId="{297A85C4-10E7-C623-BF8C-DDB8B3C0E6C7}"/>
          </ac:spMkLst>
        </pc:spChg>
        <pc:spChg chg="del">
          <ac:chgData name="Yuichiro Yamaji" userId="4cf851c2-2b8e-4ae1-9758-1f58cb76b3eb" providerId="ADAL" clId="{617B3DD3-C4AE-4241-AAC1-954A6A0921D9}" dt="2026-07-11T06:59:37.419" v="2122" actId="478"/>
          <ac:spMkLst>
            <pc:docMk/>
            <pc:sldMk cId="2832410936" sldId="270"/>
            <ac:spMk id="16" creationId="{F244570D-07A0-FD75-0A16-62AD1DA152B7}"/>
          </ac:spMkLst>
        </pc:spChg>
        <pc:spChg chg="del mod">
          <ac:chgData name="Yuichiro Yamaji" userId="4cf851c2-2b8e-4ae1-9758-1f58cb76b3eb" providerId="ADAL" clId="{617B3DD3-C4AE-4241-AAC1-954A6A0921D9}" dt="2026-07-11T07:57:59.787" v="3196" actId="478"/>
          <ac:spMkLst>
            <pc:docMk/>
            <pc:sldMk cId="2832410936" sldId="270"/>
            <ac:spMk id="20" creationId="{5AEA560C-8AED-AB44-3D46-21414B2C45A5}"/>
          </ac:spMkLst>
        </pc:spChg>
        <pc:spChg chg="mod">
          <ac:chgData name="Yuichiro Yamaji" userId="4cf851c2-2b8e-4ae1-9758-1f58cb76b3eb" providerId="ADAL" clId="{617B3DD3-C4AE-4241-AAC1-954A6A0921D9}" dt="2026-07-11T07:27:09.532" v="2299" actId="20577"/>
          <ac:spMkLst>
            <pc:docMk/>
            <pc:sldMk cId="2832410936" sldId="270"/>
            <ac:spMk id="21" creationId="{45898E6C-6C58-DD19-43B1-E4EF41BFDF12}"/>
          </ac:spMkLst>
        </pc:spChg>
        <pc:spChg chg="mod">
          <ac:chgData name="Yuichiro Yamaji" userId="4cf851c2-2b8e-4ae1-9758-1f58cb76b3eb" providerId="ADAL" clId="{617B3DD3-C4AE-4241-AAC1-954A6A0921D9}" dt="2026-07-11T07:24:06.688" v="2292" actId="20577"/>
          <ac:spMkLst>
            <pc:docMk/>
            <pc:sldMk cId="2832410936" sldId="270"/>
            <ac:spMk id="23" creationId="{91413291-3706-5576-BC4B-C68AF3E0F532}"/>
          </ac:spMkLst>
        </pc:spChg>
        <pc:spChg chg="mod">
          <ac:chgData name="Yuichiro Yamaji" userId="4cf851c2-2b8e-4ae1-9758-1f58cb76b3eb" providerId="ADAL" clId="{617B3DD3-C4AE-4241-AAC1-954A6A0921D9}" dt="2026-07-11T08:15:30.084" v="3457" actId="113"/>
          <ac:spMkLst>
            <pc:docMk/>
            <pc:sldMk cId="2832410936" sldId="270"/>
            <ac:spMk id="25" creationId="{2A943EE3-ECD7-253B-D987-CB8D8BB82E92}"/>
          </ac:spMkLst>
        </pc:spChg>
        <pc:picChg chg="del">
          <ac:chgData name="Yuichiro Yamaji" userId="4cf851c2-2b8e-4ae1-9758-1f58cb76b3eb" providerId="ADAL" clId="{617B3DD3-C4AE-4241-AAC1-954A6A0921D9}" dt="2026-07-11T06:59:37.419" v="2122" actId="478"/>
          <ac:picMkLst>
            <pc:docMk/>
            <pc:sldMk cId="2832410936" sldId="270"/>
            <ac:picMk id="8" creationId="{0719AFC2-083B-00B2-2DDF-E199DD61AE34}"/>
          </ac:picMkLst>
        </pc:picChg>
        <pc:picChg chg="del">
          <ac:chgData name="Yuichiro Yamaji" userId="4cf851c2-2b8e-4ae1-9758-1f58cb76b3eb" providerId="ADAL" clId="{617B3DD3-C4AE-4241-AAC1-954A6A0921D9}" dt="2026-07-11T06:59:37.419" v="2122" actId="478"/>
          <ac:picMkLst>
            <pc:docMk/>
            <pc:sldMk cId="2832410936" sldId="270"/>
            <ac:picMk id="9" creationId="{2B9CAB0B-1947-B653-780C-55FB7082A6BF}"/>
          </ac:picMkLst>
        </pc:picChg>
        <pc:picChg chg="del">
          <ac:chgData name="Yuichiro Yamaji" userId="4cf851c2-2b8e-4ae1-9758-1f58cb76b3eb" providerId="ADAL" clId="{617B3DD3-C4AE-4241-AAC1-954A6A0921D9}" dt="2026-07-11T06:59:37.419" v="2122" actId="478"/>
          <ac:picMkLst>
            <pc:docMk/>
            <pc:sldMk cId="2832410936" sldId="270"/>
            <ac:picMk id="17" creationId="{16105625-7D11-F626-BFAD-DC249E7C8E9E}"/>
          </ac:picMkLst>
        </pc:picChg>
        <pc:picChg chg="del">
          <ac:chgData name="Yuichiro Yamaji" userId="4cf851c2-2b8e-4ae1-9758-1f58cb76b3eb" providerId="ADAL" clId="{617B3DD3-C4AE-4241-AAC1-954A6A0921D9}" dt="2026-07-11T06:59:37.419" v="2122" actId="478"/>
          <ac:picMkLst>
            <pc:docMk/>
            <pc:sldMk cId="2832410936" sldId="270"/>
            <ac:picMk id="18" creationId="{87B4C46C-408A-AE63-C104-D93D2DB7FAAF}"/>
          </ac:picMkLst>
        </pc:picChg>
        <pc:picChg chg="add mod">
          <ac:chgData name="Yuichiro Yamaji" userId="4cf851c2-2b8e-4ae1-9758-1f58cb76b3eb" providerId="ADAL" clId="{617B3DD3-C4AE-4241-AAC1-954A6A0921D9}" dt="2026-07-11T08:25:29.307" v="3712" actId="1076"/>
          <ac:picMkLst>
            <pc:docMk/>
            <pc:sldMk cId="2832410936" sldId="270"/>
            <ac:picMk id="32" creationId="{0082119F-41BC-C983-E512-0EFEBAF483F6}"/>
          </ac:picMkLst>
        </pc:picChg>
        <pc:cxnChg chg="mod">
          <ac:chgData name="Yuichiro Yamaji" userId="4cf851c2-2b8e-4ae1-9758-1f58cb76b3eb" providerId="ADAL" clId="{617B3DD3-C4AE-4241-AAC1-954A6A0921D9}" dt="2026-07-11T07:58:36.710" v="3228" actId="14100"/>
          <ac:cxnSpMkLst>
            <pc:docMk/>
            <pc:sldMk cId="2832410936" sldId="270"/>
            <ac:cxnSpMk id="30" creationId="{DAC82E6A-D2EE-9DD6-1D82-69DA21BF3F65}"/>
          </ac:cxnSpMkLst>
        </pc:cxnChg>
        <pc:cxnChg chg="mod">
          <ac:chgData name="Yuichiro Yamaji" userId="4cf851c2-2b8e-4ae1-9758-1f58cb76b3eb" providerId="ADAL" clId="{617B3DD3-C4AE-4241-AAC1-954A6A0921D9}" dt="2026-07-11T07:58:57.553" v="3230" actId="14100"/>
          <ac:cxnSpMkLst>
            <pc:docMk/>
            <pc:sldMk cId="2832410936" sldId="270"/>
            <ac:cxnSpMk id="33" creationId="{EFC15B8A-6F17-6CA1-985D-4DA8477F612B}"/>
          </ac:cxnSpMkLst>
        </pc:cxnChg>
      </pc:sldChg>
      <pc:sldChg chg="addSp delSp modSp add del mod">
        <pc:chgData name="Yuichiro Yamaji" userId="4cf851c2-2b8e-4ae1-9758-1f58cb76b3eb" providerId="ADAL" clId="{617B3DD3-C4AE-4241-AAC1-954A6A0921D9}" dt="2026-07-11T08:48:27.504" v="4397" actId="47"/>
        <pc:sldMkLst>
          <pc:docMk/>
          <pc:sldMk cId="829078082" sldId="271"/>
        </pc:sldMkLst>
        <pc:spChg chg="add mod">
          <ac:chgData name="Yuichiro Yamaji" userId="4cf851c2-2b8e-4ae1-9758-1f58cb76b3eb" providerId="ADAL" clId="{617B3DD3-C4AE-4241-AAC1-954A6A0921D9}" dt="2026-07-11T08:00:28.527" v="3296" actId="13822"/>
          <ac:spMkLst>
            <pc:docMk/>
            <pc:sldMk cId="829078082" sldId="271"/>
            <ac:spMk id="5" creationId="{C53D1CE9-44D2-EFBA-2BEA-E3F1ABE49CAC}"/>
          </ac:spMkLst>
        </pc:spChg>
        <pc:spChg chg="del">
          <ac:chgData name="Yuichiro Yamaji" userId="4cf851c2-2b8e-4ae1-9758-1f58cb76b3eb" providerId="ADAL" clId="{617B3DD3-C4AE-4241-AAC1-954A6A0921D9}" dt="2026-07-11T08:00:19.054" v="3294" actId="478"/>
          <ac:spMkLst>
            <pc:docMk/>
            <pc:sldMk cId="829078082" sldId="271"/>
            <ac:spMk id="7" creationId="{C103F460-7BB3-9487-72C8-F18780A0BF0E}"/>
          </ac:spMkLst>
        </pc:spChg>
        <pc:spChg chg="add mod">
          <ac:chgData name="Yuichiro Yamaji" userId="4cf851c2-2b8e-4ae1-9758-1f58cb76b3eb" providerId="ADAL" clId="{617B3DD3-C4AE-4241-AAC1-954A6A0921D9}" dt="2026-07-11T08:00:45.458" v="3313" actId="20577"/>
          <ac:spMkLst>
            <pc:docMk/>
            <pc:sldMk cId="829078082" sldId="271"/>
            <ac:spMk id="16" creationId="{C89B49B0-1243-021D-C487-53095E23CD1F}"/>
          </ac:spMkLst>
        </pc:spChg>
        <pc:spChg chg="mod">
          <ac:chgData name="Yuichiro Yamaji" userId="4cf851c2-2b8e-4ae1-9758-1f58cb76b3eb" providerId="ADAL" clId="{617B3DD3-C4AE-4241-AAC1-954A6A0921D9}" dt="2026-07-11T08:00:59.653" v="3318" actId="1076"/>
          <ac:spMkLst>
            <pc:docMk/>
            <pc:sldMk cId="829078082" sldId="271"/>
            <ac:spMk id="18" creationId="{4C406E5F-28A4-844E-E94D-0514C4B752F1}"/>
          </ac:spMkLst>
        </pc:spChg>
        <pc:cxnChg chg="add mod">
          <ac:chgData name="Yuichiro Yamaji" userId="4cf851c2-2b8e-4ae1-9758-1f58cb76b3eb" providerId="ADAL" clId="{617B3DD3-C4AE-4241-AAC1-954A6A0921D9}" dt="2026-07-11T08:00:53.867" v="3317" actId="14100"/>
          <ac:cxnSpMkLst>
            <pc:docMk/>
            <pc:sldMk cId="829078082" sldId="271"/>
            <ac:cxnSpMk id="17" creationId="{7B712C6F-57E5-16E8-CF0B-066FF7B3A70C}"/>
          </ac:cxnSpMkLst>
        </pc:cxnChg>
        <pc:cxnChg chg="del">
          <ac:chgData name="Yuichiro Yamaji" userId="4cf851c2-2b8e-4ae1-9758-1f58cb76b3eb" providerId="ADAL" clId="{617B3DD3-C4AE-4241-AAC1-954A6A0921D9}" dt="2026-07-11T08:00:15.738" v="3293" actId="478"/>
          <ac:cxnSpMkLst>
            <pc:docMk/>
            <pc:sldMk cId="829078082" sldId="271"/>
            <ac:cxnSpMk id="24" creationId="{71A2B33A-8145-6722-2F30-9338E13F3E4D}"/>
          </ac:cxnSpMkLst>
        </pc:cxnChg>
      </pc:sldChg>
      <pc:sldChg chg="add del">
        <pc:chgData name="Yuichiro Yamaji" userId="4cf851c2-2b8e-4ae1-9758-1f58cb76b3eb" providerId="ADAL" clId="{617B3DD3-C4AE-4241-AAC1-954A6A0921D9}" dt="2026-07-11T07:57:55.114" v="3195" actId="47"/>
        <pc:sldMkLst>
          <pc:docMk/>
          <pc:sldMk cId="4034364592" sldId="271"/>
        </pc:sldMkLst>
      </pc:sldChg>
      <pc:sldChg chg="add del">
        <pc:chgData name="Yuichiro Yamaji" userId="4cf851c2-2b8e-4ae1-9758-1f58cb76b3eb" providerId="ADAL" clId="{617B3DD3-C4AE-4241-AAC1-954A6A0921D9}" dt="2026-07-11T07:57:55.114" v="3195" actId="47"/>
        <pc:sldMkLst>
          <pc:docMk/>
          <pc:sldMk cId="595416251" sldId="272"/>
        </pc:sldMkLst>
      </pc:sldChg>
      <pc:sldChg chg="modSp add mod">
        <pc:chgData name="Yuichiro Yamaji" userId="4cf851c2-2b8e-4ae1-9758-1f58cb76b3eb" providerId="ADAL" clId="{617B3DD3-C4AE-4241-AAC1-954A6A0921D9}" dt="2026-07-11T08:28:09.536" v="3755"/>
        <pc:sldMkLst>
          <pc:docMk/>
          <pc:sldMk cId="3542629131" sldId="272"/>
        </pc:sldMkLst>
        <pc:spChg chg="mod">
          <ac:chgData name="Yuichiro Yamaji" userId="4cf851c2-2b8e-4ae1-9758-1f58cb76b3eb" providerId="ADAL" clId="{617B3DD3-C4AE-4241-AAC1-954A6A0921D9}" dt="2026-07-11T08:28:09.536" v="3755"/>
          <ac:spMkLst>
            <pc:docMk/>
            <pc:sldMk cId="3542629131" sldId="272"/>
            <ac:spMk id="2" creationId="{3FC28D65-6E76-EA46-031F-D2ED67D0F1B1}"/>
          </ac:spMkLst>
        </pc:spChg>
        <pc:spChg chg="mod">
          <ac:chgData name="Yuichiro Yamaji" userId="4cf851c2-2b8e-4ae1-9758-1f58cb76b3eb" providerId="ADAL" clId="{617B3DD3-C4AE-4241-AAC1-954A6A0921D9}" dt="2026-07-11T08:23:45.145" v="3596" actId="20577"/>
          <ac:spMkLst>
            <pc:docMk/>
            <pc:sldMk cId="3542629131" sldId="272"/>
            <ac:spMk id="7" creationId="{AB49B395-7476-BBA1-F449-357420047F9E}"/>
          </ac:spMkLst>
        </pc:spChg>
        <pc:spChg chg="mod">
          <ac:chgData name="Yuichiro Yamaji" userId="4cf851c2-2b8e-4ae1-9758-1f58cb76b3eb" providerId="ADAL" clId="{617B3DD3-C4AE-4241-AAC1-954A6A0921D9}" dt="2026-07-11T08:23:50.720" v="3603" actId="20577"/>
          <ac:spMkLst>
            <pc:docMk/>
            <pc:sldMk cId="3542629131" sldId="272"/>
            <ac:spMk id="16" creationId="{A28B8D11-3E60-2BF9-6C54-2F3B495CC7E7}"/>
          </ac:spMkLst>
        </pc:spChg>
        <pc:spChg chg="mod">
          <ac:chgData name="Yuichiro Yamaji" userId="4cf851c2-2b8e-4ae1-9758-1f58cb76b3eb" providerId="ADAL" clId="{617B3DD3-C4AE-4241-AAC1-954A6A0921D9}" dt="2026-07-11T08:27:03.082" v="3753" actId="20577"/>
          <ac:spMkLst>
            <pc:docMk/>
            <pc:sldMk cId="3542629131" sldId="272"/>
            <ac:spMk id="18" creationId="{53A488EC-0D42-27BB-DB20-B0C7C881687D}"/>
          </ac:spMkLst>
        </pc:spChg>
        <pc:spChg chg="mod">
          <ac:chgData name="Yuichiro Yamaji" userId="4cf851c2-2b8e-4ae1-9758-1f58cb76b3eb" providerId="ADAL" clId="{617B3DD3-C4AE-4241-AAC1-954A6A0921D9}" dt="2026-07-11T08:23:59.108" v="3613" actId="20577"/>
          <ac:spMkLst>
            <pc:docMk/>
            <pc:sldMk cId="3542629131" sldId="272"/>
            <ac:spMk id="20" creationId="{9AEE878C-EA91-C041-541C-EAD74FA08EB5}"/>
          </ac:spMkLst>
        </pc:spChg>
        <pc:spChg chg="mod">
          <ac:chgData name="Yuichiro Yamaji" userId="4cf851c2-2b8e-4ae1-9758-1f58cb76b3eb" providerId="ADAL" clId="{617B3DD3-C4AE-4241-AAC1-954A6A0921D9}" dt="2026-07-11T08:24:27.208" v="3649" actId="20577"/>
          <ac:spMkLst>
            <pc:docMk/>
            <pc:sldMk cId="3542629131" sldId="272"/>
            <ac:spMk id="28" creationId="{14B10B13-18FD-DB5E-4A33-44BEBE03252E}"/>
          </ac:spMkLst>
        </pc:spChg>
      </pc:sldChg>
      <pc:sldChg chg="modSp add mod">
        <pc:chgData name="Yuichiro Yamaji" userId="4cf851c2-2b8e-4ae1-9758-1f58cb76b3eb" providerId="ADAL" clId="{617B3DD3-C4AE-4241-AAC1-954A6A0921D9}" dt="2026-07-11T08:30:14.725" v="3826" actId="20577"/>
        <pc:sldMkLst>
          <pc:docMk/>
          <pc:sldMk cId="2204202809" sldId="273"/>
        </pc:sldMkLst>
        <pc:spChg chg="mod">
          <ac:chgData name="Yuichiro Yamaji" userId="4cf851c2-2b8e-4ae1-9758-1f58cb76b3eb" providerId="ADAL" clId="{617B3DD3-C4AE-4241-AAC1-954A6A0921D9}" dt="2026-07-11T08:28:13.352" v="3756"/>
          <ac:spMkLst>
            <pc:docMk/>
            <pc:sldMk cId="2204202809" sldId="273"/>
            <ac:spMk id="2" creationId="{C0270BAD-C308-3FBB-B858-D28A0270C0D6}"/>
          </ac:spMkLst>
        </pc:spChg>
        <pc:spChg chg="mod">
          <ac:chgData name="Yuichiro Yamaji" userId="4cf851c2-2b8e-4ae1-9758-1f58cb76b3eb" providerId="ADAL" clId="{617B3DD3-C4AE-4241-AAC1-954A6A0921D9}" dt="2026-07-11T08:30:14.725" v="3826" actId="20577"/>
          <ac:spMkLst>
            <pc:docMk/>
            <pc:sldMk cId="2204202809" sldId="273"/>
            <ac:spMk id="7" creationId="{215674EB-F9AC-FE19-0322-F455F549C7BD}"/>
          </ac:spMkLst>
        </pc:spChg>
        <pc:spChg chg="mod">
          <ac:chgData name="Yuichiro Yamaji" userId="4cf851c2-2b8e-4ae1-9758-1f58cb76b3eb" providerId="ADAL" clId="{617B3DD3-C4AE-4241-AAC1-954A6A0921D9}" dt="2026-07-11T08:29:15.418" v="3806" actId="20577"/>
          <ac:spMkLst>
            <pc:docMk/>
            <pc:sldMk cId="2204202809" sldId="273"/>
            <ac:spMk id="9" creationId="{A95956BD-A562-598A-5442-F8C46DBC47B3}"/>
          </ac:spMkLst>
        </pc:spChg>
        <pc:spChg chg="mod">
          <ac:chgData name="Yuichiro Yamaji" userId="4cf851c2-2b8e-4ae1-9758-1f58cb76b3eb" providerId="ADAL" clId="{617B3DD3-C4AE-4241-AAC1-954A6A0921D9}" dt="2026-07-11T08:29:28.404" v="3813" actId="20577"/>
          <ac:spMkLst>
            <pc:docMk/>
            <pc:sldMk cId="2204202809" sldId="273"/>
            <ac:spMk id="15" creationId="{3BE48472-BE3D-6751-F3D1-EB31C486A211}"/>
          </ac:spMkLst>
        </pc:spChg>
      </pc:sldChg>
      <pc:sldChg chg="add del">
        <pc:chgData name="Yuichiro Yamaji" userId="4cf851c2-2b8e-4ae1-9758-1f58cb76b3eb" providerId="ADAL" clId="{617B3DD3-C4AE-4241-AAC1-954A6A0921D9}" dt="2026-07-11T07:57:55.114" v="3195" actId="47"/>
        <pc:sldMkLst>
          <pc:docMk/>
          <pc:sldMk cId="3860958598" sldId="273"/>
        </pc:sldMkLst>
      </pc:sldChg>
      <pc:sldChg chg="modSp add mod">
        <pc:chgData name="Yuichiro Yamaji" userId="4cf851c2-2b8e-4ae1-9758-1f58cb76b3eb" providerId="ADAL" clId="{617B3DD3-C4AE-4241-AAC1-954A6A0921D9}" dt="2026-07-11T08:30:30.258" v="3839" actId="20577"/>
        <pc:sldMkLst>
          <pc:docMk/>
          <pc:sldMk cId="2527974506" sldId="274"/>
        </pc:sldMkLst>
        <pc:spChg chg="mod">
          <ac:chgData name="Yuichiro Yamaji" userId="4cf851c2-2b8e-4ae1-9758-1f58cb76b3eb" providerId="ADAL" clId="{617B3DD3-C4AE-4241-AAC1-954A6A0921D9}" dt="2026-07-11T08:30:30.258" v="3839" actId="20577"/>
          <ac:spMkLst>
            <pc:docMk/>
            <pc:sldMk cId="2527974506" sldId="274"/>
            <ac:spMk id="7" creationId="{F21C0B51-45DC-AECC-D137-24B6EC63AF03}"/>
          </ac:spMkLst>
        </pc:spChg>
      </pc:sldChg>
      <pc:sldChg chg="addSp delSp modSp new mod">
        <pc:chgData name="Yuichiro Yamaji" userId="4cf851c2-2b8e-4ae1-9758-1f58cb76b3eb" providerId="ADAL" clId="{617B3DD3-C4AE-4241-AAC1-954A6A0921D9}" dt="2026-07-11T08:35:01.366" v="4034" actId="20577"/>
        <pc:sldMkLst>
          <pc:docMk/>
          <pc:sldMk cId="3437012533" sldId="275"/>
        </pc:sldMkLst>
        <pc:spChg chg="mod">
          <ac:chgData name="Yuichiro Yamaji" userId="4cf851c2-2b8e-4ae1-9758-1f58cb76b3eb" providerId="ADAL" clId="{617B3DD3-C4AE-4241-AAC1-954A6A0921D9}" dt="2026-07-11T08:31:53.882" v="3845"/>
          <ac:spMkLst>
            <pc:docMk/>
            <pc:sldMk cId="3437012533" sldId="275"/>
            <ac:spMk id="2" creationId="{25CCC0F0-1A30-38CC-5708-D8A93F7A3985}"/>
          </ac:spMkLst>
        </pc:spChg>
        <pc:spChg chg="del">
          <ac:chgData name="Yuichiro Yamaji" userId="4cf851c2-2b8e-4ae1-9758-1f58cb76b3eb" providerId="ADAL" clId="{617B3DD3-C4AE-4241-AAC1-954A6A0921D9}" dt="2026-07-11T08:31:57.749" v="3846" actId="478"/>
          <ac:spMkLst>
            <pc:docMk/>
            <pc:sldMk cId="3437012533" sldId="275"/>
            <ac:spMk id="5" creationId="{0E0F2CF5-29A2-B2E1-C3F4-13D714238A5A}"/>
          </ac:spMkLst>
        </pc:spChg>
        <pc:spChg chg="add mod">
          <ac:chgData name="Yuichiro Yamaji" userId="4cf851c2-2b8e-4ae1-9758-1f58cb76b3eb" providerId="ADAL" clId="{617B3DD3-C4AE-4241-AAC1-954A6A0921D9}" dt="2026-07-11T08:35:01.366" v="4034" actId="20577"/>
          <ac:spMkLst>
            <pc:docMk/>
            <pc:sldMk cId="3437012533" sldId="275"/>
            <ac:spMk id="7" creationId="{B57FA227-CCFA-26E5-D20A-C6BA1A0EC8EB}"/>
          </ac:spMkLst>
        </pc:spChg>
      </pc:sldChg>
      <pc:sldChg chg="addSp delSp modSp new mod ord">
        <pc:chgData name="Yuichiro Yamaji" userId="4cf851c2-2b8e-4ae1-9758-1f58cb76b3eb" providerId="ADAL" clId="{617B3DD3-C4AE-4241-AAC1-954A6A0921D9}" dt="2026-07-11T08:56:46.965" v="4545" actId="115"/>
        <pc:sldMkLst>
          <pc:docMk/>
          <pc:sldMk cId="1825289482" sldId="276"/>
        </pc:sldMkLst>
        <pc:spChg chg="del">
          <ac:chgData name="Yuichiro Yamaji" userId="4cf851c2-2b8e-4ae1-9758-1f58cb76b3eb" providerId="ADAL" clId="{617B3DD3-C4AE-4241-AAC1-954A6A0921D9}" dt="2026-07-11T08:35:30.847" v="4037" actId="478"/>
          <ac:spMkLst>
            <pc:docMk/>
            <pc:sldMk cId="1825289482" sldId="276"/>
            <ac:spMk id="2" creationId="{4AB22C19-FCC8-2976-9795-7BF751D93C94}"/>
          </ac:spMkLst>
        </pc:spChg>
        <pc:spChg chg="del">
          <ac:chgData name="Yuichiro Yamaji" userId="4cf851c2-2b8e-4ae1-9758-1f58cb76b3eb" providerId="ADAL" clId="{617B3DD3-C4AE-4241-AAC1-954A6A0921D9}" dt="2026-07-11T08:35:30.175" v="4036" actId="478"/>
          <ac:spMkLst>
            <pc:docMk/>
            <pc:sldMk cId="1825289482" sldId="276"/>
            <ac:spMk id="5" creationId="{C213BD2A-80C1-BEE1-6550-418F4E471BE8}"/>
          </ac:spMkLst>
        </pc:spChg>
        <pc:spChg chg="add mod">
          <ac:chgData name="Yuichiro Yamaji" userId="4cf851c2-2b8e-4ae1-9758-1f58cb76b3eb" providerId="ADAL" clId="{617B3DD3-C4AE-4241-AAC1-954A6A0921D9}" dt="2026-07-11T08:49:21.863" v="4401" actId="14100"/>
          <ac:spMkLst>
            <pc:docMk/>
            <pc:sldMk cId="1825289482" sldId="276"/>
            <ac:spMk id="7" creationId="{68CDAF4C-5FF4-C037-9AF3-DE1926784DF5}"/>
          </ac:spMkLst>
        </pc:spChg>
        <pc:spChg chg="add del mod">
          <ac:chgData name="Yuichiro Yamaji" userId="4cf851c2-2b8e-4ae1-9758-1f58cb76b3eb" providerId="ADAL" clId="{617B3DD3-C4AE-4241-AAC1-954A6A0921D9}" dt="2026-07-11T08:36:00.222" v="4041"/>
          <ac:spMkLst>
            <pc:docMk/>
            <pc:sldMk cId="1825289482" sldId="276"/>
            <ac:spMk id="8" creationId="{B1185445-B173-07AC-96B7-1AFB17A93470}"/>
          </ac:spMkLst>
        </pc:spChg>
        <pc:spChg chg="add mod">
          <ac:chgData name="Yuichiro Yamaji" userId="4cf851c2-2b8e-4ae1-9758-1f58cb76b3eb" providerId="ADAL" clId="{617B3DD3-C4AE-4241-AAC1-954A6A0921D9}" dt="2026-07-11T08:36:19.132" v="4066" actId="20577"/>
          <ac:spMkLst>
            <pc:docMk/>
            <pc:sldMk cId="1825289482" sldId="276"/>
            <ac:spMk id="9" creationId="{177022AE-E285-A33B-5430-6F0035AF3410}"/>
          </ac:spMkLst>
        </pc:spChg>
        <pc:spChg chg="add del mod">
          <ac:chgData name="Yuichiro Yamaji" userId="4cf851c2-2b8e-4ae1-9758-1f58cb76b3eb" providerId="ADAL" clId="{617B3DD3-C4AE-4241-AAC1-954A6A0921D9}" dt="2026-07-11T08:39:20.862" v="4158" actId="478"/>
          <ac:spMkLst>
            <pc:docMk/>
            <pc:sldMk cId="1825289482" sldId="276"/>
            <ac:spMk id="10" creationId="{7DEECCC0-2E91-21C5-AFCF-40C937AAB5DE}"/>
          </ac:spMkLst>
        </pc:spChg>
        <pc:spChg chg="add del mod">
          <ac:chgData name="Yuichiro Yamaji" userId="4cf851c2-2b8e-4ae1-9758-1f58cb76b3eb" providerId="ADAL" clId="{617B3DD3-C4AE-4241-AAC1-954A6A0921D9}" dt="2026-07-11T08:40:04.812" v="4172" actId="478"/>
          <ac:spMkLst>
            <pc:docMk/>
            <pc:sldMk cId="1825289482" sldId="276"/>
            <ac:spMk id="11" creationId="{1097F21E-0665-BB96-38ED-3FAC875D97C6}"/>
          </ac:spMkLst>
        </pc:spChg>
        <pc:spChg chg="add del mod">
          <ac:chgData name="Yuichiro Yamaji" userId="4cf851c2-2b8e-4ae1-9758-1f58cb76b3eb" providerId="ADAL" clId="{617B3DD3-C4AE-4241-AAC1-954A6A0921D9}" dt="2026-07-11T08:40:08.897" v="4173" actId="478"/>
          <ac:spMkLst>
            <pc:docMk/>
            <pc:sldMk cId="1825289482" sldId="276"/>
            <ac:spMk id="12" creationId="{EFDC2877-1147-5CA3-B9F5-F9BD4E4DCFF8}"/>
          </ac:spMkLst>
        </pc:spChg>
        <pc:spChg chg="add del mod">
          <ac:chgData name="Yuichiro Yamaji" userId="4cf851c2-2b8e-4ae1-9758-1f58cb76b3eb" providerId="ADAL" clId="{617B3DD3-C4AE-4241-AAC1-954A6A0921D9}" dt="2026-07-11T08:40:34.669" v="4184" actId="478"/>
          <ac:spMkLst>
            <pc:docMk/>
            <pc:sldMk cId="1825289482" sldId="276"/>
            <ac:spMk id="13" creationId="{41880243-46F1-7CB7-2473-8DB050C412F2}"/>
          </ac:spMkLst>
        </pc:spChg>
        <pc:spChg chg="add mod">
          <ac:chgData name="Yuichiro Yamaji" userId="4cf851c2-2b8e-4ae1-9758-1f58cb76b3eb" providerId="ADAL" clId="{617B3DD3-C4AE-4241-AAC1-954A6A0921D9}" dt="2026-07-11T08:44:07.779" v="4302" actId="1076"/>
          <ac:spMkLst>
            <pc:docMk/>
            <pc:sldMk cId="1825289482" sldId="276"/>
            <ac:spMk id="16" creationId="{7E1C0AD0-254C-A703-E027-1F6E947CDD46}"/>
          </ac:spMkLst>
        </pc:spChg>
        <pc:spChg chg="add mod">
          <ac:chgData name="Yuichiro Yamaji" userId="4cf851c2-2b8e-4ae1-9758-1f58cb76b3eb" providerId="ADAL" clId="{617B3DD3-C4AE-4241-AAC1-954A6A0921D9}" dt="2026-07-11T08:45:27.794" v="4386" actId="20577"/>
          <ac:spMkLst>
            <pc:docMk/>
            <pc:sldMk cId="1825289482" sldId="276"/>
            <ac:spMk id="17" creationId="{E66EE747-7FD3-5B33-4512-F7FD9210EE08}"/>
          </ac:spMkLst>
        </pc:spChg>
        <pc:spChg chg="add mod">
          <ac:chgData name="Yuichiro Yamaji" userId="4cf851c2-2b8e-4ae1-9758-1f58cb76b3eb" providerId="ADAL" clId="{617B3DD3-C4AE-4241-AAC1-954A6A0921D9}" dt="2026-07-11T08:56:46.965" v="4545" actId="115"/>
          <ac:spMkLst>
            <pc:docMk/>
            <pc:sldMk cId="1825289482" sldId="276"/>
            <ac:spMk id="18" creationId="{BA830709-454F-96B0-13A0-974A1AA2EFBF}"/>
          </ac:spMkLst>
        </pc:spChg>
        <pc:spChg chg="add mod">
          <ac:chgData name="Yuichiro Yamaji" userId="4cf851c2-2b8e-4ae1-9758-1f58cb76b3eb" providerId="ADAL" clId="{617B3DD3-C4AE-4241-AAC1-954A6A0921D9}" dt="2026-07-11T08:46:14.713" v="4391" actId="1076"/>
          <ac:spMkLst>
            <pc:docMk/>
            <pc:sldMk cId="1825289482" sldId="276"/>
            <ac:spMk id="19" creationId="{02D4536D-CA9D-ED18-6916-DF87C93978BD}"/>
          </ac:spMkLst>
        </pc:spChg>
        <pc:spChg chg="add mod">
          <ac:chgData name="Yuichiro Yamaji" userId="4cf851c2-2b8e-4ae1-9758-1f58cb76b3eb" providerId="ADAL" clId="{617B3DD3-C4AE-4241-AAC1-954A6A0921D9}" dt="2026-07-11T08:46:14.713" v="4391" actId="1076"/>
          <ac:spMkLst>
            <pc:docMk/>
            <pc:sldMk cId="1825289482" sldId="276"/>
            <ac:spMk id="20" creationId="{7A5F0EEB-481F-A15E-FBA7-2F12F8182CE9}"/>
          </ac:spMkLst>
        </pc:spChg>
        <pc:spChg chg="add mod">
          <ac:chgData name="Yuichiro Yamaji" userId="4cf851c2-2b8e-4ae1-9758-1f58cb76b3eb" providerId="ADAL" clId="{617B3DD3-C4AE-4241-AAC1-954A6A0921D9}" dt="2026-07-11T08:46:20.656" v="4392" actId="1076"/>
          <ac:spMkLst>
            <pc:docMk/>
            <pc:sldMk cId="1825289482" sldId="276"/>
            <ac:spMk id="21" creationId="{D507AC0B-FD2D-656B-B88C-C135DB33AE8F}"/>
          </ac:spMkLst>
        </pc:spChg>
        <pc:spChg chg="add mod">
          <ac:chgData name="Yuichiro Yamaji" userId="4cf851c2-2b8e-4ae1-9758-1f58cb76b3eb" providerId="ADAL" clId="{617B3DD3-C4AE-4241-AAC1-954A6A0921D9}" dt="2026-07-11T08:46:14.713" v="4391" actId="1076"/>
          <ac:spMkLst>
            <pc:docMk/>
            <pc:sldMk cId="1825289482" sldId="276"/>
            <ac:spMk id="22" creationId="{AABEBF52-A371-DCAE-CFC0-1DD39330CACB}"/>
          </ac:spMkLst>
        </pc:spChg>
        <pc:spChg chg="add mod">
          <ac:chgData name="Yuichiro Yamaji" userId="4cf851c2-2b8e-4ae1-9758-1f58cb76b3eb" providerId="ADAL" clId="{617B3DD3-C4AE-4241-AAC1-954A6A0921D9}" dt="2026-07-11T08:46:20.656" v="4392" actId="1076"/>
          <ac:spMkLst>
            <pc:docMk/>
            <pc:sldMk cId="1825289482" sldId="276"/>
            <ac:spMk id="23" creationId="{6F22E863-0371-F8B7-52AA-2ECB8A21A9B9}"/>
          </ac:spMkLst>
        </pc:spChg>
        <pc:spChg chg="add mod">
          <ac:chgData name="Yuichiro Yamaji" userId="4cf851c2-2b8e-4ae1-9758-1f58cb76b3eb" providerId="ADAL" clId="{617B3DD3-C4AE-4241-AAC1-954A6A0921D9}" dt="2026-07-11T08:46:20.656" v="4392" actId="1076"/>
          <ac:spMkLst>
            <pc:docMk/>
            <pc:sldMk cId="1825289482" sldId="276"/>
            <ac:spMk id="24" creationId="{58746E78-ABF1-5B4C-F828-393CBF0A9135}"/>
          </ac:spMkLst>
        </pc:spChg>
        <pc:spChg chg="add mod">
          <ac:chgData name="Yuichiro Yamaji" userId="4cf851c2-2b8e-4ae1-9758-1f58cb76b3eb" providerId="ADAL" clId="{617B3DD3-C4AE-4241-AAC1-954A6A0921D9}" dt="2026-07-11T08:47:36.034" v="4396" actId="403"/>
          <ac:spMkLst>
            <pc:docMk/>
            <pc:sldMk cId="1825289482" sldId="276"/>
            <ac:spMk id="25" creationId="{F0818963-50D5-3072-155F-9CB41AF6A616}"/>
          </ac:spMkLst>
        </pc:spChg>
        <pc:graphicFrameChg chg="add del mod modGraphic">
          <ac:chgData name="Yuichiro Yamaji" userId="4cf851c2-2b8e-4ae1-9758-1f58cb76b3eb" providerId="ADAL" clId="{617B3DD3-C4AE-4241-AAC1-954A6A0921D9}" dt="2026-07-11T08:50:19.674" v="4416" actId="20577"/>
          <ac:graphicFrameMkLst>
            <pc:docMk/>
            <pc:sldMk cId="1825289482" sldId="276"/>
            <ac:graphicFrameMk id="14" creationId="{F4EF94BD-575B-592D-4239-ADD875139217}"/>
          </ac:graphicFrameMkLst>
        </pc:graphicFrameChg>
        <pc:picChg chg="add mod">
          <ac:chgData name="Yuichiro Yamaji" userId="4cf851c2-2b8e-4ae1-9758-1f58cb76b3eb" providerId="ADAL" clId="{617B3DD3-C4AE-4241-AAC1-954A6A0921D9}" dt="2026-07-11T08:50:15.263" v="4408" actId="1076"/>
          <ac:picMkLst>
            <pc:docMk/>
            <pc:sldMk cId="1825289482" sldId="276"/>
            <ac:picMk id="15" creationId="{C7D1717E-8532-ABD2-EF63-3693D2026E50}"/>
          </ac:picMkLst>
        </pc:picChg>
      </pc:sldChg>
      <pc:sldChg chg="addSp delSp modSp add mod">
        <pc:chgData name="Yuichiro Yamaji" userId="4cf851c2-2b8e-4ae1-9758-1f58cb76b3eb" providerId="ADAL" clId="{617B3DD3-C4AE-4241-AAC1-954A6A0921D9}" dt="2026-07-11T09:16:46.647" v="4874" actId="1076"/>
        <pc:sldMkLst>
          <pc:docMk/>
          <pc:sldMk cId="1573817170" sldId="277"/>
        </pc:sldMkLst>
        <pc:spChg chg="add mod">
          <ac:chgData name="Yuichiro Yamaji" userId="4cf851c2-2b8e-4ae1-9758-1f58cb76b3eb" providerId="ADAL" clId="{617B3DD3-C4AE-4241-AAC1-954A6A0921D9}" dt="2026-07-11T08:58:20.259" v="4554" actId="1076"/>
          <ac:spMkLst>
            <pc:docMk/>
            <pc:sldMk cId="1573817170" sldId="277"/>
            <ac:spMk id="5" creationId="{6F934020-1D2A-6515-5235-C13C11D0D1CB}"/>
          </ac:spMkLst>
        </pc:spChg>
        <pc:spChg chg="mod">
          <ac:chgData name="Yuichiro Yamaji" userId="4cf851c2-2b8e-4ae1-9758-1f58cb76b3eb" providerId="ADAL" clId="{617B3DD3-C4AE-4241-AAC1-954A6A0921D9}" dt="2026-07-11T08:54:01.385" v="4480" actId="14100"/>
          <ac:spMkLst>
            <pc:docMk/>
            <pc:sldMk cId="1573817170" sldId="277"/>
            <ac:spMk id="7" creationId="{1E6D8162-61E5-9C87-4F64-61DF04361CB2}"/>
          </ac:spMkLst>
        </pc:spChg>
        <pc:spChg chg="add mod">
          <ac:chgData name="Yuichiro Yamaji" userId="4cf851c2-2b8e-4ae1-9758-1f58cb76b3eb" providerId="ADAL" clId="{617B3DD3-C4AE-4241-AAC1-954A6A0921D9}" dt="2026-07-11T08:58:11.389" v="4549" actId="1076"/>
          <ac:spMkLst>
            <pc:docMk/>
            <pc:sldMk cId="1573817170" sldId="277"/>
            <ac:spMk id="8" creationId="{9F2E0EB2-5AB4-656A-F249-A0F8FA5F2945}"/>
          </ac:spMkLst>
        </pc:spChg>
        <pc:spChg chg="mod">
          <ac:chgData name="Yuichiro Yamaji" userId="4cf851c2-2b8e-4ae1-9758-1f58cb76b3eb" providerId="ADAL" clId="{617B3DD3-C4AE-4241-AAC1-954A6A0921D9}" dt="2026-07-11T08:55:41.740" v="4513" actId="1076"/>
          <ac:spMkLst>
            <pc:docMk/>
            <pc:sldMk cId="1573817170" sldId="277"/>
            <ac:spMk id="16" creationId="{99CCBAFF-56F6-8564-F66D-BC4EA888423C}"/>
          </ac:spMkLst>
        </pc:spChg>
        <pc:spChg chg="del">
          <ac:chgData name="Yuichiro Yamaji" userId="4cf851c2-2b8e-4ae1-9758-1f58cb76b3eb" providerId="ADAL" clId="{617B3DD3-C4AE-4241-AAC1-954A6A0921D9}" dt="2026-07-11T08:55:36.132" v="4512" actId="478"/>
          <ac:spMkLst>
            <pc:docMk/>
            <pc:sldMk cId="1573817170" sldId="277"/>
            <ac:spMk id="17" creationId="{168D46E7-6770-222C-99F1-115770E0841D}"/>
          </ac:spMkLst>
        </pc:spChg>
        <pc:spChg chg="mod">
          <ac:chgData name="Yuichiro Yamaji" userId="4cf851c2-2b8e-4ae1-9758-1f58cb76b3eb" providerId="ADAL" clId="{617B3DD3-C4AE-4241-AAC1-954A6A0921D9}" dt="2026-07-11T08:55:24.804" v="4511" actId="1076"/>
          <ac:spMkLst>
            <pc:docMk/>
            <pc:sldMk cId="1573817170" sldId="277"/>
            <ac:spMk id="18" creationId="{F271AE49-5C95-1AA6-28AB-58BFA092D5D3}"/>
          </ac:spMkLst>
        </pc:spChg>
        <pc:spChg chg="mod">
          <ac:chgData name="Yuichiro Yamaji" userId="4cf851c2-2b8e-4ae1-9758-1f58cb76b3eb" providerId="ADAL" clId="{617B3DD3-C4AE-4241-AAC1-954A6A0921D9}" dt="2026-07-11T08:55:56.003" v="4517" actId="1076"/>
          <ac:spMkLst>
            <pc:docMk/>
            <pc:sldMk cId="1573817170" sldId="277"/>
            <ac:spMk id="19" creationId="{A064BE7C-D8AD-CCF6-E9A6-3F088D520D23}"/>
          </ac:spMkLst>
        </pc:spChg>
        <pc:spChg chg="mod">
          <ac:chgData name="Yuichiro Yamaji" userId="4cf851c2-2b8e-4ae1-9758-1f58cb76b3eb" providerId="ADAL" clId="{617B3DD3-C4AE-4241-AAC1-954A6A0921D9}" dt="2026-07-11T08:55:56.003" v="4517" actId="1076"/>
          <ac:spMkLst>
            <pc:docMk/>
            <pc:sldMk cId="1573817170" sldId="277"/>
            <ac:spMk id="20" creationId="{DB2A9B77-9F1C-7950-6289-920AB33D9068}"/>
          </ac:spMkLst>
        </pc:spChg>
        <pc:spChg chg="mod">
          <ac:chgData name="Yuichiro Yamaji" userId="4cf851c2-2b8e-4ae1-9758-1f58cb76b3eb" providerId="ADAL" clId="{617B3DD3-C4AE-4241-AAC1-954A6A0921D9}" dt="2026-07-11T08:55:56.003" v="4517" actId="1076"/>
          <ac:spMkLst>
            <pc:docMk/>
            <pc:sldMk cId="1573817170" sldId="277"/>
            <ac:spMk id="21" creationId="{2BE4653F-D818-D84D-D0A7-3B12321A2D78}"/>
          </ac:spMkLst>
        </pc:spChg>
        <pc:spChg chg="del mod">
          <ac:chgData name="Yuichiro Yamaji" userId="4cf851c2-2b8e-4ae1-9758-1f58cb76b3eb" providerId="ADAL" clId="{617B3DD3-C4AE-4241-AAC1-954A6A0921D9}" dt="2026-07-11T09:00:41.674" v="4577" actId="478"/>
          <ac:spMkLst>
            <pc:docMk/>
            <pc:sldMk cId="1573817170" sldId="277"/>
            <ac:spMk id="22" creationId="{AF4A7828-0A0D-9C28-5192-28AB41A7A41B}"/>
          </ac:spMkLst>
        </pc:spChg>
        <pc:spChg chg="mod">
          <ac:chgData name="Yuichiro Yamaji" userId="4cf851c2-2b8e-4ae1-9758-1f58cb76b3eb" providerId="ADAL" clId="{617B3DD3-C4AE-4241-AAC1-954A6A0921D9}" dt="2026-07-11T08:55:56.003" v="4517" actId="1076"/>
          <ac:spMkLst>
            <pc:docMk/>
            <pc:sldMk cId="1573817170" sldId="277"/>
            <ac:spMk id="23" creationId="{6DDD18A6-835F-751C-8729-BE74D70AE946}"/>
          </ac:spMkLst>
        </pc:spChg>
        <pc:spChg chg="del mod">
          <ac:chgData name="Yuichiro Yamaji" userId="4cf851c2-2b8e-4ae1-9758-1f58cb76b3eb" providerId="ADAL" clId="{617B3DD3-C4AE-4241-AAC1-954A6A0921D9}" dt="2026-07-11T09:00:43.524" v="4578" actId="478"/>
          <ac:spMkLst>
            <pc:docMk/>
            <pc:sldMk cId="1573817170" sldId="277"/>
            <ac:spMk id="24" creationId="{08B83F84-116A-F7E2-3785-8FDB3275E492}"/>
          </ac:spMkLst>
        </pc:spChg>
        <pc:spChg chg="mod">
          <ac:chgData name="Yuichiro Yamaji" userId="4cf851c2-2b8e-4ae1-9758-1f58cb76b3eb" providerId="ADAL" clId="{617B3DD3-C4AE-4241-AAC1-954A6A0921D9}" dt="2026-07-11T08:55:19.634" v="4510" actId="113"/>
          <ac:spMkLst>
            <pc:docMk/>
            <pc:sldMk cId="1573817170" sldId="277"/>
            <ac:spMk id="25" creationId="{10D2B72D-1E6F-B39A-6E36-A170518CBF2E}"/>
          </ac:spMkLst>
        </pc:spChg>
        <pc:graphicFrameChg chg="mod modGraphic">
          <ac:chgData name="Yuichiro Yamaji" userId="4cf851c2-2b8e-4ae1-9758-1f58cb76b3eb" providerId="ADAL" clId="{617B3DD3-C4AE-4241-AAC1-954A6A0921D9}" dt="2026-07-11T08:55:45.170" v="4514" actId="1076"/>
          <ac:graphicFrameMkLst>
            <pc:docMk/>
            <pc:sldMk cId="1573817170" sldId="277"/>
            <ac:graphicFrameMk id="14" creationId="{E5C958A3-16BC-B7A3-B87C-2FDB59116776}"/>
          </ac:graphicFrameMkLst>
        </pc:graphicFrameChg>
        <pc:picChg chg="add mod">
          <ac:chgData name="Yuichiro Yamaji" userId="4cf851c2-2b8e-4ae1-9758-1f58cb76b3eb" providerId="ADAL" clId="{617B3DD3-C4AE-4241-AAC1-954A6A0921D9}" dt="2026-07-11T08:55:49.380" v="4516" actId="1076"/>
          <ac:picMkLst>
            <pc:docMk/>
            <pc:sldMk cId="1573817170" sldId="277"/>
            <ac:picMk id="2" creationId="{1413B18C-F47E-D77B-3349-DF574584A843}"/>
          </ac:picMkLst>
        </pc:picChg>
        <pc:picChg chg="add mod">
          <ac:chgData name="Yuichiro Yamaji" userId="4cf851c2-2b8e-4ae1-9758-1f58cb76b3eb" providerId="ADAL" clId="{617B3DD3-C4AE-4241-AAC1-954A6A0921D9}" dt="2026-07-11T09:16:46.647" v="4874" actId="1076"/>
          <ac:picMkLst>
            <pc:docMk/>
            <pc:sldMk cId="1573817170" sldId="277"/>
            <ac:picMk id="11" creationId="{6C0C5688-73E7-2DC4-8C00-4CC179E06111}"/>
          </ac:picMkLst>
        </pc:picChg>
        <pc:picChg chg="mod">
          <ac:chgData name="Yuichiro Yamaji" userId="4cf851c2-2b8e-4ae1-9758-1f58cb76b3eb" providerId="ADAL" clId="{617B3DD3-C4AE-4241-AAC1-954A6A0921D9}" dt="2026-07-11T08:55:47.420" v="4515" actId="1076"/>
          <ac:picMkLst>
            <pc:docMk/>
            <pc:sldMk cId="1573817170" sldId="277"/>
            <ac:picMk id="15" creationId="{056C966B-AA99-1B8E-34C8-8E5E90A491BF}"/>
          </ac:picMkLst>
        </pc:picChg>
      </pc:sldChg>
      <pc:sldChg chg="addSp delSp modSp new mod">
        <pc:chgData name="Yuichiro Yamaji" userId="4cf851c2-2b8e-4ae1-9758-1f58cb76b3eb" providerId="ADAL" clId="{617B3DD3-C4AE-4241-AAC1-954A6A0921D9}" dt="2026-07-11T09:20:37.436" v="4904" actId="20577"/>
        <pc:sldMkLst>
          <pc:docMk/>
          <pc:sldMk cId="459430920" sldId="278"/>
        </pc:sldMkLst>
        <pc:spChg chg="mod">
          <ac:chgData name="Yuichiro Yamaji" userId="4cf851c2-2b8e-4ae1-9758-1f58cb76b3eb" providerId="ADAL" clId="{617B3DD3-C4AE-4241-AAC1-954A6A0921D9}" dt="2026-07-11T09:12:00.732" v="4800" actId="1076"/>
          <ac:spMkLst>
            <pc:docMk/>
            <pc:sldMk cId="459430920" sldId="278"/>
            <ac:spMk id="2" creationId="{6D270856-A09A-1685-9E37-BB9B4E2BC601}"/>
          </ac:spMkLst>
        </pc:spChg>
        <pc:spChg chg="del">
          <ac:chgData name="Yuichiro Yamaji" userId="4cf851c2-2b8e-4ae1-9758-1f58cb76b3eb" providerId="ADAL" clId="{617B3DD3-C4AE-4241-AAC1-954A6A0921D9}" dt="2026-07-11T09:10:06.906" v="4736" actId="478"/>
          <ac:spMkLst>
            <pc:docMk/>
            <pc:sldMk cId="459430920" sldId="278"/>
            <ac:spMk id="5" creationId="{0784B5D7-EFAC-2429-3A15-76DD79D5EAD6}"/>
          </ac:spMkLst>
        </pc:spChg>
        <pc:spChg chg="add mod">
          <ac:chgData name="Yuichiro Yamaji" userId="4cf851c2-2b8e-4ae1-9758-1f58cb76b3eb" providerId="ADAL" clId="{617B3DD3-C4AE-4241-AAC1-954A6A0921D9}" dt="2026-07-11T09:11:18.475" v="4765" actId="14100"/>
          <ac:spMkLst>
            <pc:docMk/>
            <pc:sldMk cId="459430920" sldId="278"/>
            <ac:spMk id="7" creationId="{A667CB9A-512C-0969-5B6B-E70720306CC4}"/>
          </ac:spMkLst>
        </pc:spChg>
        <pc:spChg chg="add mod">
          <ac:chgData name="Yuichiro Yamaji" userId="4cf851c2-2b8e-4ae1-9758-1f58cb76b3eb" providerId="ADAL" clId="{617B3DD3-C4AE-4241-AAC1-954A6A0921D9}" dt="2026-07-11T09:10:54.132" v="4753" actId="1076"/>
          <ac:spMkLst>
            <pc:docMk/>
            <pc:sldMk cId="459430920" sldId="278"/>
            <ac:spMk id="8" creationId="{B37957D4-ADCF-A6A0-6E70-B653CA659029}"/>
          </ac:spMkLst>
        </pc:spChg>
        <pc:spChg chg="add mod">
          <ac:chgData name="Yuichiro Yamaji" userId="4cf851c2-2b8e-4ae1-9758-1f58cb76b3eb" providerId="ADAL" clId="{617B3DD3-C4AE-4241-AAC1-954A6A0921D9}" dt="2026-07-11T09:10:57.391" v="4755" actId="1076"/>
          <ac:spMkLst>
            <pc:docMk/>
            <pc:sldMk cId="459430920" sldId="278"/>
            <ac:spMk id="9" creationId="{8EB73DFB-31BC-721D-018B-FB013410A233}"/>
          </ac:spMkLst>
        </pc:spChg>
        <pc:spChg chg="add mod">
          <ac:chgData name="Yuichiro Yamaji" userId="4cf851c2-2b8e-4ae1-9758-1f58cb76b3eb" providerId="ADAL" clId="{617B3DD3-C4AE-4241-AAC1-954A6A0921D9}" dt="2026-07-11T09:14:36.633" v="4848" actId="207"/>
          <ac:spMkLst>
            <pc:docMk/>
            <pc:sldMk cId="459430920" sldId="278"/>
            <ac:spMk id="10" creationId="{440A3CFE-37E9-0CA4-8027-98DAFC545194}"/>
          </ac:spMkLst>
        </pc:spChg>
        <pc:spChg chg="add mod">
          <ac:chgData name="Yuichiro Yamaji" userId="4cf851c2-2b8e-4ae1-9758-1f58cb76b3eb" providerId="ADAL" clId="{617B3DD3-C4AE-4241-AAC1-954A6A0921D9}" dt="2026-07-11T09:14:45.105" v="4850" actId="207"/>
          <ac:spMkLst>
            <pc:docMk/>
            <pc:sldMk cId="459430920" sldId="278"/>
            <ac:spMk id="11" creationId="{748DE0B8-5883-4D6C-D7FC-3420A46806E2}"/>
          </ac:spMkLst>
        </pc:spChg>
        <pc:spChg chg="add mod">
          <ac:chgData name="Yuichiro Yamaji" userId="4cf851c2-2b8e-4ae1-9758-1f58cb76b3eb" providerId="ADAL" clId="{617B3DD3-C4AE-4241-AAC1-954A6A0921D9}" dt="2026-07-11T09:14:56.921" v="4852" actId="207"/>
          <ac:spMkLst>
            <pc:docMk/>
            <pc:sldMk cId="459430920" sldId="278"/>
            <ac:spMk id="12" creationId="{76BE0B52-5F7E-9FE9-BD4E-7096A612D4DC}"/>
          </ac:spMkLst>
        </pc:spChg>
        <pc:spChg chg="add mod">
          <ac:chgData name="Yuichiro Yamaji" userId="4cf851c2-2b8e-4ae1-9758-1f58cb76b3eb" providerId="ADAL" clId="{617B3DD3-C4AE-4241-AAC1-954A6A0921D9}" dt="2026-07-11T09:15:05.060" v="4854" actId="207"/>
          <ac:spMkLst>
            <pc:docMk/>
            <pc:sldMk cId="459430920" sldId="278"/>
            <ac:spMk id="13" creationId="{2C6130E5-03A1-F3BD-C3C2-0EAFC8D1CA41}"/>
          </ac:spMkLst>
        </pc:spChg>
        <pc:spChg chg="add mod">
          <ac:chgData name="Yuichiro Yamaji" userId="4cf851c2-2b8e-4ae1-9758-1f58cb76b3eb" providerId="ADAL" clId="{617B3DD3-C4AE-4241-AAC1-954A6A0921D9}" dt="2026-07-11T09:11:58.247" v="4798" actId="1076"/>
          <ac:spMkLst>
            <pc:docMk/>
            <pc:sldMk cId="459430920" sldId="278"/>
            <ac:spMk id="14" creationId="{25A0569D-4C2D-5749-754C-91B4B9E8E357}"/>
          </ac:spMkLst>
        </pc:spChg>
        <pc:spChg chg="add mod">
          <ac:chgData name="Yuichiro Yamaji" userId="4cf851c2-2b8e-4ae1-9758-1f58cb76b3eb" providerId="ADAL" clId="{617B3DD3-C4AE-4241-AAC1-954A6A0921D9}" dt="2026-07-11T09:15:58.064" v="4872" actId="14100"/>
          <ac:spMkLst>
            <pc:docMk/>
            <pc:sldMk cId="459430920" sldId="278"/>
            <ac:spMk id="15" creationId="{61C960EA-270B-4857-3324-A7CA6F523AB4}"/>
          </ac:spMkLst>
        </pc:spChg>
        <pc:spChg chg="add mod">
          <ac:chgData name="Yuichiro Yamaji" userId="4cf851c2-2b8e-4ae1-9758-1f58cb76b3eb" providerId="ADAL" clId="{617B3DD3-C4AE-4241-AAC1-954A6A0921D9}" dt="2026-07-11T09:15:12.128" v="4855" actId="1076"/>
          <ac:spMkLst>
            <pc:docMk/>
            <pc:sldMk cId="459430920" sldId="278"/>
            <ac:spMk id="16" creationId="{568C61DA-51CA-B94A-A679-0301E0A7B88B}"/>
          </ac:spMkLst>
        </pc:spChg>
        <pc:spChg chg="add mod">
          <ac:chgData name="Yuichiro Yamaji" userId="4cf851c2-2b8e-4ae1-9758-1f58cb76b3eb" providerId="ADAL" clId="{617B3DD3-C4AE-4241-AAC1-954A6A0921D9}" dt="2026-07-11T09:15:17.648" v="4857" actId="1035"/>
          <ac:spMkLst>
            <pc:docMk/>
            <pc:sldMk cId="459430920" sldId="278"/>
            <ac:spMk id="17" creationId="{5538814C-00DF-10F9-4B68-9F7456ECE7BB}"/>
          </ac:spMkLst>
        </pc:spChg>
        <pc:spChg chg="add del mod">
          <ac:chgData name="Yuichiro Yamaji" userId="4cf851c2-2b8e-4ae1-9758-1f58cb76b3eb" providerId="ADAL" clId="{617B3DD3-C4AE-4241-AAC1-954A6A0921D9}" dt="2026-07-11T09:15:25.010" v="4858" actId="478"/>
          <ac:spMkLst>
            <pc:docMk/>
            <pc:sldMk cId="459430920" sldId="278"/>
            <ac:spMk id="18" creationId="{BA11A748-01BF-2436-288D-BCAF60551B94}"/>
          </ac:spMkLst>
        </pc:spChg>
        <pc:spChg chg="add del mod">
          <ac:chgData name="Yuichiro Yamaji" userId="4cf851c2-2b8e-4ae1-9758-1f58cb76b3eb" providerId="ADAL" clId="{617B3DD3-C4AE-4241-AAC1-954A6A0921D9}" dt="2026-07-11T09:15:26.145" v="4859" actId="478"/>
          <ac:spMkLst>
            <pc:docMk/>
            <pc:sldMk cId="459430920" sldId="278"/>
            <ac:spMk id="19" creationId="{D1E98A89-E9CA-33EE-FB63-4419D43C10F4}"/>
          </ac:spMkLst>
        </pc:spChg>
        <pc:spChg chg="add del mod">
          <ac:chgData name="Yuichiro Yamaji" userId="4cf851c2-2b8e-4ae1-9758-1f58cb76b3eb" providerId="ADAL" clId="{617B3DD3-C4AE-4241-AAC1-954A6A0921D9}" dt="2026-07-11T09:15:26.996" v="4860" actId="478"/>
          <ac:spMkLst>
            <pc:docMk/>
            <pc:sldMk cId="459430920" sldId="278"/>
            <ac:spMk id="20" creationId="{81A2CF04-57AC-806B-B0C0-E6A46330D136}"/>
          </ac:spMkLst>
        </pc:spChg>
        <pc:spChg chg="add del mod">
          <ac:chgData name="Yuichiro Yamaji" userId="4cf851c2-2b8e-4ae1-9758-1f58cb76b3eb" providerId="ADAL" clId="{617B3DD3-C4AE-4241-AAC1-954A6A0921D9}" dt="2026-07-11T09:15:27.637" v="4861" actId="478"/>
          <ac:spMkLst>
            <pc:docMk/>
            <pc:sldMk cId="459430920" sldId="278"/>
            <ac:spMk id="21" creationId="{065FD74A-B556-87B2-0C20-6D96059AFF0A}"/>
          </ac:spMkLst>
        </pc:spChg>
        <pc:spChg chg="add mod">
          <ac:chgData name="Yuichiro Yamaji" userId="4cf851c2-2b8e-4ae1-9758-1f58cb76b3eb" providerId="ADAL" clId="{617B3DD3-C4AE-4241-AAC1-954A6A0921D9}" dt="2026-07-11T09:12:22.491" v="4819" actId="20577"/>
          <ac:spMkLst>
            <pc:docMk/>
            <pc:sldMk cId="459430920" sldId="278"/>
            <ac:spMk id="22" creationId="{1B62B36D-ECC4-B2AB-41D2-AE99BC69EFF3}"/>
          </ac:spMkLst>
        </pc:spChg>
        <pc:spChg chg="add mod">
          <ac:chgData name="Yuichiro Yamaji" userId="4cf851c2-2b8e-4ae1-9758-1f58cb76b3eb" providerId="ADAL" clId="{617B3DD3-C4AE-4241-AAC1-954A6A0921D9}" dt="2026-07-11T09:14:14.352" v="4845" actId="14100"/>
          <ac:spMkLst>
            <pc:docMk/>
            <pc:sldMk cId="459430920" sldId="278"/>
            <ac:spMk id="23" creationId="{D368EF97-8343-DB77-4E4F-4FBEA99511C6}"/>
          </ac:spMkLst>
        </pc:spChg>
        <pc:spChg chg="add mod">
          <ac:chgData name="Yuichiro Yamaji" userId="4cf851c2-2b8e-4ae1-9758-1f58cb76b3eb" providerId="ADAL" clId="{617B3DD3-C4AE-4241-AAC1-954A6A0921D9}" dt="2026-07-11T09:13:02.104" v="4825" actId="692"/>
          <ac:spMkLst>
            <pc:docMk/>
            <pc:sldMk cId="459430920" sldId="278"/>
            <ac:spMk id="24" creationId="{B5F01D97-6ABA-0C06-57F2-693B55779D9A}"/>
          </ac:spMkLst>
        </pc:spChg>
        <pc:spChg chg="add del mod">
          <ac:chgData name="Yuichiro Yamaji" userId="4cf851c2-2b8e-4ae1-9758-1f58cb76b3eb" providerId="ADAL" clId="{617B3DD3-C4AE-4241-AAC1-954A6A0921D9}" dt="2026-07-11T09:13:05.038" v="4826" actId="478"/>
          <ac:spMkLst>
            <pc:docMk/>
            <pc:sldMk cId="459430920" sldId="278"/>
            <ac:spMk id="25" creationId="{95396662-6742-0BE9-EFFA-DEF321AD6A06}"/>
          </ac:spMkLst>
        </pc:spChg>
        <pc:spChg chg="add del mod">
          <ac:chgData name="Yuichiro Yamaji" userId="4cf851c2-2b8e-4ae1-9758-1f58cb76b3eb" providerId="ADAL" clId="{617B3DD3-C4AE-4241-AAC1-954A6A0921D9}" dt="2026-07-11T09:13:05.728" v="4827" actId="478"/>
          <ac:spMkLst>
            <pc:docMk/>
            <pc:sldMk cId="459430920" sldId="278"/>
            <ac:spMk id="26" creationId="{43248021-5930-3CD4-03A9-6DB178CB4819}"/>
          </ac:spMkLst>
        </pc:spChg>
        <pc:spChg chg="add del mod">
          <ac:chgData name="Yuichiro Yamaji" userId="4cf851c2-2b8e-4ae1-9758-1f58cb76b3eb" providerId="ADAL" clId="{617B3DD3-C4AE-4241-AAC1-954A6A0921D9}" dt="2026-07-11T09:13:06.630" v="4828" actId="478"/>
          <ac:spMkLst>
            <pc:docMk/>
            <pc:sldMk cId="459430920" sldId="278"/>
            <ac:spMk id="27" creationId="{76866BD9-629B-0DA2-3B3D-22F5DA1B67E9}"/>
          </ac:spMkLst>
        </pc:spChg>
        <pc:spChg chg="add del mod">
          <ac:chgData name="Yuichiro Yamaji" userId="4cf851c2-2b8e-4ae1-9758-1f58cb76b3eb" providerId="ADAL" clId="{617B3DD3-C4AE-4241-AAC1-954A6A0921D9}" dt="2026-07-11T09:13:07.274" v="4829" actId="478"/>
          <ac:spMkLst>
            <pc:docMk/>
            <pc:sldMk cId="459430920" sldId="278"/>
            <ac:spMk id="28" creationId="{69E5E270-18B6-AE07-24CB-12FD01F1107B}"/>
          </ac:spMkLst>
        </pc:spChg>
        <pc:spChg chg="add del mod">
          <ac:chgData name="Yuichiro Yamaji" userId="4cf851c2-2b8e-4ae1-9758-1f58cb76b3eb" providerId="ADAL" clId="{617B3DD3-C4AE-4241-AAC1-954A6A0921D9}" dt="2026-07-11T09:13:07.898" v="4830" actId="478"/>
          <ac:spMkLst>
            <pc:docMk/>
            <pc:sldMk cId="459430920" sldId="278"/>
            <ac:spMk id="29" creationId="{8F651554-8446-0001-3E71-6036622F52DD}"/>
          </ac:spMkLst>
        </pc:spChg>
        <pc:spChg chg="add mod">
          <ac:chgData name="Yuichiro Yamaji" userId="4cf851c2-2b8e-4ae1-9758-1f58cb76b3eb" providerId="ADAL" clId="{617B3DD3-C4AE-4241-AAC1-954A6A0921D9}" dt="2026-07-11T09:20:37.436" v="4904" actId="20577"/>
          <ac:spMkLst>
            <pc:docMk/>
            <pc:sldMk cId="459430920" sldId="278"/>
            <ac:spMk id="30" creationId="{4740930A-492F-6455-5628-DA2BDC83C51C}"/>
          </ac:spMkLst>
        </pc:spChg>
        <pc:spChg chg="add mod">
          <ac:chgData name="Yuichiro Yamaji" userId="4cf851c2-2b8e-4ae1-9758-1f58cb76b3eb" providerId="ADAL" clId="{617B3DD3-C4AE-4241-AAC1-954A6A0921D9}" dt="2026-07-11T09:13:12.675" v="4832" actId="1076"/>
          <ac:spMkLst>
            <pc:docMk/>
            <pc:sldMk cId="459430920" sldId="278"/>
            <ac:spMk id="31" creationId="{6DF7784C-E23A-E4C3-7511-BA73A94082D3}"/>
          </ac:spMkLst>
        </pc:spChg>
        <pc:spChg chg="add mod">
          <ac:chgData name="Yuichiro Yamaji" userId="4cf851c2-2b8e-4ae1-9758-1f58cb76b3eb" providerId="ADAL" clId="{617B3DD3-C4AE-4241-AAC1-954A6A0921D9}" dt="2026-07-11T09:13:27.804" v="4834" actId="1076"/>
          <ac:spMkLst>
            <pc:docMk/>
            <pc:sldMk cId="459430920" sldId="278"/>
            <ac:spMk id="32" creationId="{517A6024-8D40-0760-E2F3-3A2C9D9DFFE3}"/>
          </ac:spMkLst>
        </pc:spChg>
        <pc:spChg chg="add mod">
          <ac:chgData name="Yuichiro Yamaji" userId="4cf851c2-2b8e-4ae1-9758-1f58cb76b3eb" providerId="ADAL" clId="{617B3DD3-C4AE-4241-AAC1-954A6A0921D9}" dt="2026-07-11T09:14:01.900" v="4840" actId="1076"/>
          <ac:spMkLst>
            <pc:docMk/>
            <pc:sldMk cId="459430920" sldId="278"/>
            <ac:spMk id="33" creationId="{2136A103-70B6-B7D2-6F09-A1D8614B6E89}"/>
          </ac:spMkLst>
        </pc:spChg>
        <pc:spChg chg="add mod">
          <ac:chgData name="Yuichiro Yamaji" userId="4cf851c2-2b8e-4ae1-9758-1f58cb76b3eb" providerId="ADAL" clId="{617B3DD3-C4AE-4241-AAC1-954A6A0921D9}" dt="2026-07-11T09:14:04.889" v="4842" actId="1076"/>
          <ac:spMkLst>
            <pc:docMk/>
            <pc:sldMk cId="459430920" sldId="278"/>
            <ac:spMk id="34" creationId="{55C6B133-06B7-EC36-9C9B-288DDFAB6A80}"/>
          </ac:spMkLst>
        </pc:spChg>
        <pc:spChg chg="add mod">
          <ac:chgData name="Yuichiro Yamaji" userId="4cf851c2-2b8e-4ae1-9758-1f58cb76b3eb" providerId="ADAL" clId="{617B3DD3-C4AE-4241-AAC1-954A6A0921D9}" dt="2026-07-11T09:14:12.040" v="4844" actId="1076"/>
          <ac:spMkLst>
            <pc:docMk/>
            <pc:sldMk cId="459430920" sldId="278"/>
            <ac:spMk id="35" creationId="{CE278199-9FC6-1C06-3C84-C03AED11CA01}"/>
          </ac:spMkLst>
        </pc:spChg>
        <pc:spChg chg="add mod">
          <ac:chgData name="Yuichiro Yamaji" userId="4cf851c2-2b8e-4ae1-9758-1f58cb76b3eb" providerId="ADAL" clId="{617B3DD3-C4AE-4241-AAC1-954A6A0921D9}" dt="2026-07-11T09:15:36.246" v="4864" actId="1036"/>
          <ac:spMkLst>
            <pc:docMk/>
            <pc:sldMk cId="459430920" sldId="278"/>
            <ac:spMk id="36" creationId="{D55411D0-3BE2-26FA-D8FB-16EA4D59DB05}"/>
          </ac:spMkLst>
        </pc:spChg>
        <pc:spChg chg="add mod">
          <ac:chgData name="Yuichiro Yamaji" userId="4cf851c2-2b8e-4ae1-9758-1f58cb76b3eb" providerId="ADAL" clId="{617B3DD3-C4AE-4241-AAC1-954A6A0921D9}" dt="2026-07-11T09:15:44.093" v="4867" actId="1036"/>
          <ac:spMkLst>
            <pc:docMk/>
            <pc:sldMk cId="459430920" sldId="278"/>
            <ac:spMk id="37" creationId="{F3D28A23-C80F-5DD5-37C6-239E126E634E}"/>
          </ac:spMkLst>
        </pc:spChg>
        <pc:spChg chg="add mod">
          <ac:chgData name="Yuichiro Yamaji" userId="4cf851c2-2b8e-4ae1-9758-1f58cb76b3eb" providerId="ADAL" clId="{617B3DD3-C4AE-4241-AAC1-954A6A0921D9}" dt="2026-07-11T09:15:49.106" v="4869" actId="1076"/>
          <ac:spMkLst>
            <pc:docMk/>
            <pc:sldMk cId="459430920" sldId="278"/>
            <ac:spMk id="38" creationId="{56DF15A2-C42A-C215-2FEF-6DBCE4A70176}"/>
          </ac:spMkLst>
        </pc:spChg>
        <pc:spChg chg="add mod">
          <ac:chgData name="Yuichiro Yamaji" userId="4cf851c2-2b8e-4ae1-9758-1f58cb76b3eb" providerId="ADAL" clId="{617B3DD3-C4AE-4241-AAC1-954A6A0921D9}" dt="2026-07-11T09:15:55.141" v="4871" actId="1076"/>
          <ac:spMkLst>
            <pc:docMk/>
            <pc:sldMk cId="459430920" sldId="278"/>
            <ac:spMk id="39" creationId="{F1C5D20C-D7B6-ACBA-4CBE-82849E9136C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5F46FB-E51B-DC9B-E6FB-DFB3708C21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8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43DF28-6017-98A8-3C29-D29FEA9E0D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4FD17-B27E-45F5-83E5-6BB059B3DE89}" type="datetimeFigureOut">
              <a:rPr lang="en-US" sz="800" smtClean="0"/>
              <a:t>7/20/2026</a:t>
            </a:fld>
            <a:endParaRPr lang="en-US" sz="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E3D8A7-6017-9992-4D9A-AA1EF10D6A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92000"/>
            <a:ext cx="5628762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66266-0C13-2EC9-B1B3-CEA737098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940861" y="8892000"/>
            <a:ext cx="915551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426E0-FF65-4279-8361-859B07F4216C}" type="slidenum">
              <a:rPr lang="en-US" sz="800" smtClean="0"/>
              <a:t>‹#›</a:t>
            </a:fld>
            <a:endParaRPr lang="en-US" sz="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15CD52-BB75-17C4-93C6-0CAF00DC1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09050" y="8578439"/>
            <a:ext cx="1639900" cy="21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0446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-1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-1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/>
            </a:lvl1pPr>
          </a:lstStyle>
          <a:p>
            <a:fld id="{E192053C-4872-41CE-A1E7-62A4E796B437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76977" y="352013"/>
            <a:ext cx="5486400" cy="308609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613796"/>
            <a:ext cx="5486400" cy="493338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82046"/>
            <a:ext cx="5623286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87549" y="8882046"/>
            <a:ext cx="106886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/>
            </a:lvl1pPr>
          </a:lstStyle>
          <a:p>
            <a:fld id="{EACC7005-4EA0-4F76-9038-639717FB07F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AC4350-F151-1A85-F8DF-C898154BE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2609050" y="8616086"/>
            <a:ext cx="1639900" cy="21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17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1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1950" indent="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536575" indent="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717550" indent="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C7005-4EA0-4F76-9038-639717FB07F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093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76275" y="352425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C7005-4EA0-4F76-9038-639717FB07F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21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C26BA-DA24-5F6A-6AD5-CBBEB6DC1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FD16E-67C8-9AD5-3558-5275639DF0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76275" y="352425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E94440-D80E-05D2-3AA3-53314BB48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93F5E-92DC-30FF-E513-77CB0708A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C7005-4EA0-4F76-9038-639717FB07F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59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3BB95-9FDE-09BB-CCA6-89B9E37B3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BE141-9E0D-8F13-27FB-46A5ABBD9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76275" y="352425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3E7AB1-9567-5148-C193-B908251EC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545E8-4580-C52F-9C9D-79A7B7874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C7005-4EA0-4F76-9038-639717FB07F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125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7.sv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5.sv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5.sv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5.sv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5.sv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5.sv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5.sv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5.svg"/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1 A_Title _Blu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FC58E8A-4558-8746-D7C9-36B80A81B6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106FFF"/>
              </a:gs>
              <a:gs pos="9000">
                <a:schemeClr val="accent2"/>
              </a:gs>
              <a:gs pos="0">
                <a:srgbClr val="0046AD"/>
              </a:gs>
              <a:gs pos="54000">
                <a:srgbClr val="2DC1FF"/>
              </a:gs>
            </a:gsLst>
            <a:lin ang="0" scaled="0"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lang="sv-SE" dirty="0" err="1">
              <a:solidFill>
                <a:schemeClr val="tx1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817F92-E491-B6FD-F1CC-18159DFB07B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887092" y="0"/>
            <a:ext cx="9304908" cy="6858000"/>
          </a:xfrm>
          <a:custGeom>
            <a:avLst/>
            <a:gdLst>
              <a:gd name="csX0" fmla="*/ 4114297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  <a:gd name="csX4" fmla="*/ 2887093 w 12192000"/>
              <a:gd name="csY4" fmla="*/ 6857999 h 6858000"/>
              <a:gd name="csX5" fmla="*/ 2887092 w 12192000"/>
              <a:gd name="csY5" fmla="*/ 6857999 h 6858000"/>
              <a:gd name="csX6" fmla="*/ 6973506 w 12192000"/>
              <a:gd name="csY6" fmla="*/ 2820282 h 6858000"/>
              <a:gd name="csX7" fmla="*/ 4101729 w 12192000"/>
              <a:gd name="csY7" fmla="*/ 1 h 6858000"/>
              <a:gd name="csX8" fmla="*/ 4114302 w 12192000"/>
              <a:gd name="csY8" fmla="*/ 1 h 6858000"/>
              <a:gd name="csX9" fmla="*/ 4114297 w 12192000"/>
              <a:gd name="csY9" fmla="*/ 0 h 6858000"/>
              <a:gd name="csX0" fmla="*/ 1227205 w 9304908"/>
              <a:gd name="csY0" fmla="*/ 0 h 6858000"/>
              <a:gd name="csX1" fmla="*/ 9304908 w 9304908"/>
              <a:gd name="csY1" fmla="*/ 0 h 6858000"/>
              <a:gd name="csX2" fmla="*/ 9304908 w 9304908"/>
              <a:gd name="csY2" fmla="*/ 6858000 h 6858000"/>
              <a:gd name="csX3" fmla="*/ 1 w 9304908"/>
              <a:gd name="csY3" fmla="*/ 6857999 h 6858000"/>
              <a:gd name="csX4" fmla="*/ 0 w 9304908"/>
              <a:gd name="csY4" fmla="*/ 6857999 h 6858000"/>
              <a:gd name="csX5" fmla="*/ 4086414 w 9304908"/>
              <a:gd name="csY5" fmla="*/ 2820282 h 6858000"/>
              <a:gd name="csX6" fmla="*/ 1214637 w 9304908"/>
              <a:gd name="csY6" fmla="*/ 1 h 6858000"/>
              <a:gd name="csX7" fmla="*/ 1227210 w 9304908"/>
              <a:gd name="csY7" fmla="*/ 1 h 6858000"/>
              <a:gd name="csX8" fmla="*/ 1227205 w 9304908"/>
              <a:gd name="csY8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304908" h="6858000">
                <a:moveTo>
                  <a:pt x="1227205" y="0"/>
                </a:moveTo>
                <a:lnTo>
                  <a:pt x="9304908" y="0"/>
                </a:lnTo>
                <a:lnTo>
                  <a:pt x="9304908" y="6858000"/>
                </a:lnTo>
                <a:lnTo>
                  <a:pt x="1" y="6857999"/>
                </a:lnTo>
                <a:lnTo>
                  <a:pt x="0" y="6857999"/>
                </a:lnTo>
                <a:lnTo>
                  <a:pt x="4086414" y="2820282"/>
                </a:lnTo>
                <a:lnTo>
                  <a:pt x="1214637" y="1"/>
                </a:lnTo>
                <a:lnTo>
                  <a:pt x="1227210" y="1"/>
                </a:lnTo>
                <a:cubicBezTo>
                  <a:pt x="1227208" y="1"/>
                  <a:pt x="1227207" y="0"/>
                  <a:pt x="122720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anchor="t">
            <a:noAutofit/>
          </a:bodyPr>
          <a:lstStyle>
            <a:lvl1pPr marL="0" indent="0" algn="l">
              <a:buFontTx/>
              <a:buNone/>
              <a:defRPr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r>
              <a:rPr kumimoji="1" lang="ja-JP" altLang="en-US"/>
              <a:t>アイコンをクリックして図を追加</a:t>
            </a:r>
            <a:endParaRPr kumimoji="1" lang="en-US" dirty="0"/>
          </a:p>
        </p:txBody>
      </p: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6AAF4845-E8D4-5B51-B31A-2572F5F19FF6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4920474" y="6948000"/>
            <a:ext cx="6285185" cy="161649"/>
          </a:xfrm>
        </p:spPr>
        <p:txBody>
          <a:bodyPr/>
          <a:lstStyle>
            <a:lvl1pPr>
              <a:defRPr>
                <a:solidFill>
                  <a:schemeClr val="tx1">
                    <a:alpha val="99000"/>
                  </a:schemeClr>
                </a:solidFill>
              </a:defRPr>
            </a:lvl1pPr>
          </a:lstStyle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C70776EA-E74E-6B31-6EA1-F1B109FCB4A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1205659" y="6948000"/>
            <a:ext cx="398965" cy="161649"/>
          </a:xfrm>
        </p:spPr>
        <p:txBody>
          <a:bodyPr/>
          <a:lstStyle/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図 7" descr="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82155BD-291E-CD3F-7EAA-E682F03104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26" y="311539"/>
            <a:ext cx="2020621" cy="306499"/>
          </a:xfrm>
          <a:prstGeom prst="rect">
            <a:avLst/>
          </a:prstGeom>
        </p:spPr>
      </p:pic>
      <p:sp>
        <p:nvSpPr>
          <p:cNvPr id="9" name="テキスト プレースホルダー 9">
            <a:extLst>
              <a:ext uri="{FF2B5EF4-FFF2-40B4-BE49-F238E27FC236}">
                <a16:creationId xmlns:a16="http://schemas.microsoft.com/office/drawing/2014/main" id="{7F279441-528A-87AD-B98F-CD695BD6C3F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white">
          <a:xfrm>
            <a:off x="457200" y="3728715"/>
            <a:ext cx="4774309" cy="379916"/>
          </a:xfrm>
        </p:spPr>
        <p:txBody>
          <a:bodyPr rIns="0" anchor="t"/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1346CA3-4CF8-144B-DB69-2FABDFE162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57200" y="2311435"/>
            <a:ext cx="5459413" cy="1005506"/>
          </a:xfrm>
        </p:spPr>
        <p:txBody>
          <a:bodyPr rIns="0" anchor="ctr" anchorCtr="0"/>
          <a:lstStyle>
            <a:lvl1pPr algn="l"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A9252CA-487A-9C8D-AD91-4CE3227C70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33425" y="1949678"/>
            <a:ext cx="871200" cy="1738800"/>
          </a:xfrm>
          <a:prstGeom prst="leftArrow">
            <a:avLst>
              <a:gd name="adj1" fmla="val 100000"/>
              <a:gd name="adj2" fmla="val 100000"/>
            </a:avLst>
          </a:prstGeom>
          <a:gradFill>
            <a:gsLst>
              <a:gs pos="51000">
                <a:srgbClr val="106FFF"/>
              </a:gs>
              <a:gs pos="82000">
                <a:schemeClr val="accent2"/>
              </a:gs>
              <a:gs pos="100000">
                <a:srgbClr val="0046AD"/>
              </a:gs>
              <a:gs pos="6000">
                <a:srgbClr val="2DC1FF"/>
              </a:gs>
            </a:gsLst>
            <a:lin ang="0" scaled="0"/>
          </a:grad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13" name="テキスト プレースホルダー 9">
            <a:extLst>
              <a:ext uri="{FF2B5EF4-FFF2-40B4-BE49-F238E27FC236}">
                <a16:creationId xmlns:a16="http://schemas.microsoft.com/office/drawing/2014/main" id="{80135C12-A0B2-F621-4CE3-B2085A83AFA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457200" y="5483593"/>
            <a:ext cx="3080695" cy="216000"/>
          </a:xfrm>
        </p:spPr>
        <p:txBody>
          <a:bodyPr rIns="0" bIns="36000" anchor="b"/>
          <a:lstStyle>
            <a:lvl1pPr marL="0" indent="0" algn="l">
              <a:buFontTx/>
              <a:buNone/>
              <a:defRPr sz="1200" b="1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altLang="ja-JP" dirty="0"/>
              <a:t>Legal Entity</a:t>
            </a:r>
          </a:p>
        </p:txBody>
      </p:sp>
      <p:sp>
        <p:nvSpPr>
          <p:cNvPr id="14" name="テキスト プレースホルダー 9">
            <a:extLst>
              <a:ext uri="{FF2B5EF4-FFF2-40B4-BE49-F238E27FC236}">
                <a16:creationId xmlns:a16="http://schemas.microsoft.com/office/drawing/2014/main" id="{4940824D-9690-4319-4B49-1B56D41A7E8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white">
          <a:xfrm>
            <a:off x="457200" y="5729158"/>
            <a:ext cx="2762720" cy="544642"/>
          </a:xfrm>
        </p:spPr>
        <p:txBody>
          <a:bodyPr rIns="0" anchor="t" anchorCtr="0"/>
          <a:lstStyle>
            <a:lvl1pPr marL="0" indent="0" algn="l">
              <a:spcBef>
                <a:spcPts val="300"/>
              </a:spcBef>
              <a:buFontTx/>
              <a:buNone/>
              <a:defRPr sz="12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Department</a:t>
            </a:r>
            <a:br>
              <a:rPr kumimoji="1" lang="en-US" dirty="0"/>
            </a:br>
            <a:r>
              <a:rPr kumimoji="1" lang="en-US" dirty="0"/>
              <a:t>Month, DD, YYYY</a:t>
            </a:r>
          </a:p>
        </p:txBody>
      </p:sp>
      <p:pic>
        <p:nvPicPr>
          <p:cNvPr id="25" name="グラフィックス 14">
            <a:extLst>
              <a:ext uri="{FF2B5EF4-FFF2-40B4-BE49-F238E27FC236}">
                <a16:creationId xmlns:a16="http://schemas.microsoft.com/office/drawing/2014/main" id="{3224CF4B-94CF-2F4B-CA9B-6748613E26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476138"/>
            <a:ext cx="3326084" cy="360000"/>
          </a:xfrm>
          <a:prstGeom prst="rect">
            <a:avLst/>
          </a:prstGeom>
        </p:spPr>
      </p:pic>
      <p:sp>
        <p:nvSpPr>
          <p:cNvPr id="2" name="!!L2 INTERNAL USE ONLY">
            <a:extLst>
              <a:ext uri="{FF2B5EF4-FFF2-40B4-BE49-F238E27FC236}">
                <a16:creationId xmlns:a16="http://schemas.microsoft.com/office/drawing/2014/main" id="{2A92CFA1-E98E-C64F-5423-FE8ADE5486B8}"/>
              </a:ext>
            </a:extLst>
          </p:cNvPr>
          <p:cNvSpPr txBox="1"/>
          <p:nvPr userDrawn="1"/>
        </p:nvSpPr>
        <p:spPr>
          <a:xfrm>
            <a:off x="457200" y="6354849"/>
            <a:ext cx="2030849" cy="216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INTERNAL USE ONLY</a:t>
            </a:r>
          </a:p>
        </p:txBody>
      </p:sp>
      <p:sp>
        <p:nvSpPr>
          <p:cNvPr id="4" name="!!L3 CONFIDENTIAL" hidden="1">
            <a:extLst>
              <a:ext uri="{FF2B5EF4-FFF2-40B4-BE49-F238E27FC236}">
                <a16:creationId xmlns:a16="http://schemas.microsoft.com/office/drawing/2014/main" id="{3C139BBE-F8AD-25B4-B740-22ADC20CE557}"/>
              </a:ext>
            </a:extLst>
          </p:cNvPr>
          <p:cNvSpPr txBox="1"/>
          <p:nvPr userDrawn="1"/>
        </p:nvSpPr>
        <p:spPr>
          <a:xfrm>
            <a:off x="442914" y="6354849"/>
            <a:ext cx="1185861" cy="2160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accent2"/>
                </a:solidFill>
              </a:rPr>
              <a:t>CONFIDENTIAL</a:t>
            </a:r>
          </a:p>
        </p:txBody>
      </p:sp>
      <p:sp>
        <p:nvSpPr>
          <p:cNvPr id="6" name="!!L4 STRICTLY CONFIDENTIAL" hidden="1">
            <a:extLst>
              <a:ext uri="{FF2B5EF4-FFF2-40B4-BE49-F238E27FC236}">
                <a16:creationId xmlns:a16="http://schemas.microsoft.com/office/drawing/2014/main" id="{65CC00D2-A8C2-C9E4-8FEF-22909207DBD3}"/>
              </a:ext>
            </a:extLst>
          </p:cNvPr>
          <p:cNvSpPr txBox="1"/>
          <p:nvPr userDrawn="1"/>
        </p:nvSpPr>
        <p:spPr>
          <a:xfrm>
            <a:off x="442914" y="6354849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4186919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2 A_Title _Purpl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459CE2-7FE3-F75A-DC16-79517112714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accent2"/>
              </a:gs>
              <a:gs pos="0">
                <a:srgbClr val="0046AD"/>
              </a:gs>
              <a:gs pos="40000">
                <a:srgbClr val="9F1FF7"/>
              </a:gs>
              <a:gs pos="53000">
                <a:srgbClr val="C919F4"/>
              </a:gs>
            </a:gsLst>
            <a:lin ang="0" scaled="0"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lang="sv-SE" dirty="0" err="1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EA65CE1-0C6F-832B-D64D-D963537A9183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4920474" y="6948000"/>
            <a:ext cx="6285185" cy="161649"/>
          </a:xfrm>
        </p:spPr>
        <p:txBody>
          <a:bodyPr/>
          <a:lstStyle>
            <a:lvl1pPr>
              <a:defRPr>
                <a:solidFill>
                  <a:schemeClr val="tx1">
                    <a:alpha val="99000"/>
                  </a:schemeClr>
                </a:solidFill>
              </a:defRPr>
            </a:lvl1pPr>
          </a:lstStyle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2987079-F3D8-7F7F-961F-0FAAB596564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1205659" y="6948000"/>
            <a:ext cx="398965" cy="161649"/>
          </a:xfrm>
        </p:spPr>
        <p:txBody>
          <a:bodyPr/>
          <a:lstStyle>
            <a:lvl1pPr>
              <a:defRPr>
                <a:solidFill>
                  <a:schemeClr val="tx1">
                    <a:alpha val="92000"/>
                  </a:schemeClr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FA176EE-69E7-719E-1751-9D7D1829FD1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887092" y="0"/>
            <a:ext cx="9304908" cy="6858000"/>
          </a:xfrm>
          <a:custGeom>
            <a:avLst/>
            <a:gdLst>
              <a:gd name="csX0" fmla="*/ 4114297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  <a:gd name="csX4" fmla="*/ 2887093 w 12192000"/>
              <a:gd name="csY4" fmla="*/ 6857999 h 6858000"/>
              <a:gd name="csX5" fmla="*/ 2887092 w 12192000"/>
              <a:gd name="csY5" fmla="*/ 6857999 h 6858000"/>
              <a:gd name="csX6" fmla="*/ 6973506 w 12192000"/>
              <a:gd name="csY6" fmla="*/ 2820282 h 6858000"/>
              <a:gd name="csX7" fmla="*/ 4101729 w 12192000"/>
              <a:gd name="csY7" fmla="*/ 1 h 6858000"/>
              <a:gd name="csX8" fmla="*/ 4114302 w 12192000"/>
              <a:gd name="csY8" fmla="*/ 1 h 6858000"/>
              <a:gd name="csX9" fmla="*/ 4114297 w 12192000"/>
              <a:gd name="csY9" fmla="*/ 0 h 6858000"/>
              <a:gd name="csX0" fmla="*/ 1227205 w 9304908"/>
              <a:gd name="csY0" fmla="*/ 0 h 6858000"/>
              <a:gd name="csX1" fmla="*/ 9304908 w 9304908"/>
              <a:gd name="csY1" fmla="*/ 0 h 6858000"/>
              <a:gd name="csX2" fmla="*/ 9304908 w 9304908"/>
              <a:gd name="csY2" fmla="*/ 6858000 h 6858000"/>
              <a:gd name="csX3" fmla="*/ 1 w 9304908"/>
              <a:gd name="csY3" fmla="*/ 6857999 h 6858000"/>
              <a:gd name="csX4" fmla="*/ 0 w 9304908"/>
              <a:gd name="csY4" fmla="*/ 6857999 h 6858000"/>
              <a:gd name="csX5" fmla="*/ 4086414 w 9304908"/>
              <a:gd name="csY5" fmla="*/ 2820282 h 6858000"/>
              <a:gd name="csX6" fmla="*/ 1214637 w 9304908"/>
              <a:gd name="csY6" fmla="*/ 1 h 6858000"/>
              <a:gd name="csX7" fmla="*/ 1227210 w 9304908"/>
              <a:gd name="csY7" fmla="*/ 1 h 6858000"/>
              <a:gd name="csX8" fmla="*/ 1227205 w 9304908"/>
              <a:gd name="csY8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304908" h="6858000">
                <a:moveTo>
                  <a:pt x="1227205" y="0"/>
                </a:moveTo>
                <a:lnTo>
                  <a:pt x="9304908" y="0"/>
                </a:lnTo>
                <a:lnTo>
                  <a:pt x="9304908" y="6858000"/>
                </a:lnTo>
                <a:lnTo>
                  <a:pt x="1" y="6857999"/>
                </a:lnTo>
                <a:lnTo>
                  <a:pt x="0" y="6857999"/>
                </a:lnTo>
                <a:lnTo>
                  <a:pt x="4086414" y="2820282"/>
                </a:lnTo>
                <a:lnTo>
                  <a:pt x="1214637" y="1"/>
                </a:lnTo>
                <a:lnTo>
                  <a:pt x="1227210" y="1"/>
                </a:lnTo>
                <a:cubicBezTo>
                  <a:pt x="1227208" y="1"/>
                  <a:pt x="1227207" y="0"/>
                  <a:pt x="122720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kumimoji="1" lang="en-US" dirty="0"/>
              <a:t> 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5FD9097-FD49-97BA-02C4-0CE23FFFD2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10299624" y="2383478"/>
            <a:ext cx="1738800" cy="871200"/>
          </a:xfrm>
          <a:prstGeom prst="downArrow">
            <a:avLst>
              <a:gd name="adj1" fmla="val 100000"/>
              <a:gd name="adj2" fmla="val 100000"/>
            </a:avLst>
          </a:prstGeom>
          <a:gradFill>
            <a:gsLst>
              <a:gs pos="19000">
                <a:schemeClr val="accent2"/>
              </a:gs>
              <a:gs pos="0">
                <a:srgbClr val="0046AD"/>
              </a:gs>
              <a:gs pos="70000">
                <a:srgbClr val="9F1FF7"/>
              </a:gs>
              <a:gs pos="85000">
                <a:srgbClr val="C919F4"/>
              </a:gs>
            </a:gsLst>
            <a:lin ang="5400000" scaled="0"/>
          </a:grad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    </a:t>
            </a:r>
          </a:p>
        </p:txBody>
      </p:sp>
      <p:sp>
        <p:nvSpPr>
          <p:cNvPr id="15" name="テキスト プレースホルダー 9">
            <a:extLst>
              <a:ext uri="{FF2B5EF4-FFF2-40B4-BE49-F238E27FC236}">
                <a16:creationId xmlns:a16="http://schemas.microsoft.com/office/drawing/2014/main" id="{9E5756FD-35A0-ADB4-0DD1-ADA90AA2F1F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white">
          <a:xfrm>
            <a:off x="457200" y="3728715"/>
            <a:ext cx="4774309" cy="379916"/>
          </a:xfrm>
        </p:spPr>
        <p:txBody>
          <a:bodyPr rIns="0" anchor="t"/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6" name="テキスト プレースホルダー 9">
            <a:extLst>
              <a:ext uri="{FF2B5EF4-FFF2-40B4-BE49-F238E27FC236}">
                <a16:creationId xmlns:a16="http://schemas.microsoft.com/office/drawing/2014/main" id="{E6D51B83-1C48-E7BD-0D5B-1176C4D79E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457200" y="5483593"/>
            <a:ext cx="3080695" cy="216000"/>
          </a:xfrm>
        </p:spPr>
        <p:txBody>
          <a:bodyPr rIns="0" bIns="36000" anchor="b"/>
          <a:lstStyle>
            <a:lvl1pPr marL="0" indent="0" algn="l">
              <a:buFontTx/>
              <a:buNone/>
              <a:defRPr sz="1200" b="1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altLang="ja-JP" dirty="0"/>
              <a:t>Legal Entity</a:t>
            </a:r>
          </a:p>
        </p:txBody>
      </p:sp>
      <p:sp>
        <p:nvSpPr>
          <p:cNvPr id="17" name="テキスト プレースホルダー 9">
            <a:extLst>
              <a:ext uri="{FF2B5EF4-FFF2-40B4-BE49-F238E27FC236}">
                <a16:creationId xmlns:a16="http://schemas.microsoft.com/office/drawing/2014/main" id="{1A8E3AF7-E398-8F22-E125-4E3E260367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white">
          <a:xfrm>
            <a:off x="457200" y="5729158"/>
            <a:ext cx="2762720" cy="544642"/>
          </a:xfrm>
        </p:spPr>
        <p:txBody>
          <a:bodyPr rIns="0" anchor="t" anchorCtr="0"/>
          <a:lstStyle>
            <a:lvl1pPr marL="0" indent="0" algn="l">
              <a:spcBef>
                <a:spcPts val="300"/>
              </a:spcBef>
              <a:buFontTx/>
              <a:buNone/>
              <a:defRPr sz="12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altLang="ja-JP" dirty="0"/>
              <a:t>Department</a:t>
            </a:r>
            <a:br>
              <a:rPr kumimoji="1" lang="en-US" altLang="ja-JP" dirty="0"/>
            </a:br>
            <a:r>
              <a:rPr kumimoji="1" lang="en-US" altLang="ja-JP" dirty="0"/>
              <a:t>Month, DD, YYYY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0C6249B-01AB-115F-079A-95FE382AE1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57200" y="2311435"/>
            <a:ext cx="5459413" cy="1005506"/>
          </a:xfrm>
        </p:spPr>
        <p:txBody>
          <a:bodyPr rIns="0" anchor="ctr" anchorCtr="0"/>
          <a:lstStyle>
            <a:lvl1pPr algn="l"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66" name="図 65" descr="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9FD1226-6542-FF56-71F5-96A6D57AE4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27" y="318287"/>
            <a:ext cx="1753056" cy="265913"/>
          </a:xfrm>
          <a:prstGeom prst="rect">
            <a:avLst/>
          </a:prstGeom>
        </p:spPr>
      </p:pic>
      <p:pic>
        <p:nvPicPr>
          <p:cNvPr id="8" name="グラフィックス 14">
            <a:extLst>
              <a:ext uri="{FF2B5EF4-FFF2-40B4-BE49-F238E27FC236}">
                <a16:creationId xmlns:a16="http://schemas.microsoft.com/office/drawing/2014/main" id="{34DF396D-383F-212A-F303-9B6FDAF71F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476138"/>
            <a:ext cx="3326084" cy="360000"/>
          </a:xfrm>
          <a:prstGeom prst="rect">
            <a:avLst/>
          </a:prstGeom>
        </p:spPr>
      </p:pic>
      <p:sp>
        <p:nvSpPr>
          <p:cNvPr id="5" name="!!L2 INTERNAL USE ONLY">
            <a:extLst>
              <a:ext uri="{FF2B5EF4-FFF2-40B4-BE49-F238E27FC236}">
                <a16:creationId xmlns:a16="http://schemas.microsoft.com/office/drawing/2014/main" id="{728F88E8-127B-C232-7825-5A6A1686690D}"/>
              </a:ext>
            </a:extLst>
          </p:cNvPr>
          <p:cNvSpPr txBox="1"/>
          <p:nvPr userDrawn="1"/>
        </p:nvSpPr>
        <p:spPr>
          <a:xfrm>
            <a:off x="457200" y="6354849"/>
            <a:ext cx="2030849" cy="216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INTERNAL USE ONLY</a:t>
            </a:r>
          </a:p>
        </p:txBody>
      </p:sp>
      <p:sp>
        <p:nvSpPr>
          <p:cNvPr id="6" name="!!L3 CONFIDENTIAL" hidden="1">
            <a:extLst>
              <a:ext uri="{FF2B5EF4-FFF2-40B4-BE49-F238E27FC236}">
                <a16:creationId xmlns:a16="http://schemas.microsoft.com/office/drawing/2014/main" id="{DB565EEF-04F4-441C-F48C-84CE357716EE}"/>
              </a:ext>
            </a:extLst>
          </p:cNvPr>
          <p:cNvSpPr txBox="1"/>
          <p:nvPr userDrawn="1"/>
        </p:nvSpPr>
        <p:spPr>
          <a:xfrm>
            <a:off x="442914" y="6354849"/>
            <a:ext cx="1185861" cy="2160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accent2"/>
                </a:solidFill>
              </a:rPr>
              <a:t>CONFIDENTIAL</a:t>
            </a:r>
          </a:p>
        </p:txBody>
      </p:sp>
      <p:sp>
        <p:nvSpPr>
          <p:cNvPr id="7" name="!!L4 STRICTLY CONFIDENTIAL" hidden="1">
            <a:extLst>
              <a:ext uri="{FF2B5EF4-FFF2-40B4-BE49-F238E27FC236}">
                <a16:creationId xmlns:a16="http://schemas.microsoft.com/office/drawing/2014/main" id="{E2960BE7-FCF7-E175-51A5-0A54A991137C}"/>
              </a:ext>
            </a:extLst>
          </p:cNvPr>
          <p:cNvSpPr txBox="1"/>
          <p:nvPr userDrawn="1"/>
        </p:nvSpPr>
        <p:spPr>
          <a:xfrm>
            <a:off x="442914" y="6354849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18412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3 A_Title _Green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95BCCD-1968-07C4-921D-F728BE489C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7000">
                <a:srgbClr val="0087FF"/>
              </a:gs>
              <a:gs pos="8000">
                <a:srgbClr val="2230FE"/>
              </a:gs>
              <a:gs pos="0">
                <a:srgbClr val="0046AD"/>
              </a:gs>
              <a:gs pos="37000">
                <a:srgbClr val="14B6B3"/>
              </a:gs>
              <a:gs pos="49000">
                <a:srgbClr val="26DE71"/>
              </a:gs>
            </a:gsLst>
            <a:lin ang="0" scaled="0"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lang="sv-SE" dirty="0" err="1">
              <a:solidFill>
                <a:schemeClr val="tx1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3FB29B-7E81-3812-AE62-154E5D907F23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920474" y="6948000"/>
            <a:ext cx="6285185" cy="161649"/>
          </a:xfrm>
        </p:spPr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89180EB-532E-9467-D80E-986A95A4813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205659" y="6948000"/>
            <a:ext cx="398965" cy="161649"/>
          </a:xfrm>
        </p:spPr>
        <p:txBody>
          <a:bodyPr/>
          <a:lstStyle/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99165C-05CF-73DF-945C-7437F0F0D24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887092" y="0"/>
            <a:ext cx="9304908" cy="6858000"/>
          </a:xfrm>
          <a:custGeom>
            <a:avLst/>
            <a:gdLst>
              <a:gd name="csX0" fmla="*/ 4114297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  <a:gd name="csX4" fmla="*/ 2887093 w 12192000"/>
              <a:gd name="csY4" fmla="*/ 6857999 h 6858000"/>
              <a:gd name="csX5" fmla="*/ 2887092 w 12192000"/>
              <a:gd name="csY5" fmla="*/ 6857999 h 6858000"/>
              <a:gd name="csX6" fmla="*/ 6973506 w 12192000"/>
              <a:gd name="csY6" fmla="*/ 2820282 h 6858000"/>
              <a:gd name="csX7" fmla="*/ 4101729 w 12192000"/>
              <a:gd name="csY7" fmla="*/ 1 h 6858000"/>
              <a:gd name="csX8" fmla="*/ 4114302 w 12192000"/>
              <a:gd name="csY8" fmla="*/ 1 h 6858000"/>
              <a:gd name="csX9" fmla="*/ 4114297 w 12192000"/>
              <a:gd name="csY9" fmla="*/ 0 h 6858000"/>
              <a:gd name="csX0" fmla="*/ 1227205 w 9304908"/>
              <a:gd name="csY0" fmla="*/ 0 h 6858000"/>
              <a:gd name="csX1" fmla="*/ 9304908 w 9304908"/>
              <a:gd name="csY1" fmla="*/ 0 h 6858000"/>
              <a:gd name="csX2" fmla="*/ 9304908 w 9304908"/>
              <a:gd name="csY2" fmla="*/ 6858000 h 6858000"/>
              <a:gd name="csX3" fmla="*/ 1 w 9304908"/>
              <a:gd name="csY3" fmla="*/ 6857999 h 6858000"/>
              <a:gd name="csX4" fmla="*/ 0 w 9304908"/>
              <a:gd name="csY4" fmla="*/ 6857999 h 6858000"/>
              <a:gd name="csX5" fmla="*/ 4086414 w 9304908"/>
              <a:gd name="csY5" fmla="*/ 2820282 h 6858000"/>
              <a:gd name="csX6" fmla="*/ 1214637 w 9304908"/>
              <a:gd name="csY6" fmla="*/ 1 h 6858000"/>
              <a:gd name="csX7" fmla="*/ 1227210 w 9304908"/>
              <a:gd name="csY7" fmla="*/ 1 h 6858000"/>
              <a:gd name="csX8" fmla="*/ 1227205 w 9304908"/>
              <a:gd name="csY8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304908" h="6858000">
                <a:moveTo>
                  <a:pt x="1227205" y="0"/>
                </a:moveTo>
                <a:lnTo>
                  <a:pt x="9304908" y="0"/>
                </a:lnTo>
                <a:lnTo>
                  <a:pt x="9304908" y="6858000"/>
                </a:lnTo>
                <a:lnTo>
                  <a:pt x="1" y="6857999"/>
                </a:lnTo>
                <a:lnTo>
                  <a:pt x="0" y="6857999"/>
                </a:lnTo>
                <a:lnTo>
                  <a:pt x="4086414" y="2820282"/>
                </a:lnTo>
                <a:lnTo>
                  <a:pt x="1214637" y="1"/>
                </a:lnTo>
                <a:lnTo>
                  <a:pt x="1227210" y="1"/>
                </a:lnTo>
                <a:cubicBezTo>
                  <a:pt x="1227208" y="1"/>
                  <a:pt x="1227207" y="0"/>
                  <a:pt x="122720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kumimoji="1" lang="en-US" dirty="0"/>
              <a:t> </a:t>
            </a:r>
          </a:p>
        </p:txBody>
      </p:sp>
      <p:pic>
        <p:nvPicPr>
          <p:cNvPr id="12" name="図 11" descr="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7C00596-6204-5E71-B344-72F2A6F6A0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696" y="486817"/>
            <a:ext cx="1125553" cy="170730"/>
          </a:xfrm>
          <a:prstGeom prst="rect">
            <a:avLst/>
          </a:prstGeom>
        </p:spPr>
      </p:pic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D33FF81-683A-2F2E-A05C-EFD8A6480F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33424" y="1965755"/>
            <a:ext cx="871200" cy="1738800"/>
          </a:xfrm>
          <a:prstGeom prst="leftArrow">
            <a:avLst>
              <a:gd name="adj1" fmla="val 100000"/>
              <a:gd name="adj2" fmla="val 100000"/>
            </a:avLst>
          </a:prstGeom>
          <a:gradFill>
            <a:gsLst>
              <a:gs pos="43000">
                <a:srgbClr val="0087FF"/>
              </a:gs>
              <a:gs pos="15000">
                <a:srgbClr val="2230FE"/>
              </a:gs>
              <a:gs pos="0">
                <a:srgbClr val="0046AD"/>
              </a:gs>
              <a:gs pos="65000">
                <a:srgbClr val="14B6B3"/>
              </a:gs>
              <a:gs pos="86000">
                <a:srgbClr val="26DE71"/>
              </a:gs>
            </a:gsLst>
            <a:lin ang="10800000" scaled="0"/>
          </a:grad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    </a:t>
            </a:r>
          </a:p>
        </p:txBody>
      </p:sp>
      <p:sp>
        <p:nvSpPr>
          <p:cNvPr id="9" name="テキスト プレースホルダー 9">
            <a:extLst>
              <a:ext uri="{FF2B5EF4-FFF2-40B4-BE49-F238E27FC236}">
                <a16:creationId xmlns:a16="http://schemas.microsoft.com/office/drawing/2014/main" id="{78F25D47-4CE0-346E-88B1-294C2B5FDD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457200" y="5483593"/>
            <a:ext cx="3080695" cy="216000"/>
          </a:xfrm>
        </p:spPr>
        <p:txBody>
          <a:bodyPr tIns="46800" rIns="0" bIns="36000" anchor="b"/>
          <a:lstStyle>
            <a:lvl1pPr marL="0" indent="0" algn="l">
              <a:buFontTx/>
              <a:buNone/>
              <a:defRPr sz="1200" b="1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altLang="ja-JP" dirty="0"/>
              <a:t>Legal Entity</a:t>
            </a:r>
          </a:p>
        </p:txBody>
      </p:sp>
      <p:sp>
        <p:nvSpPr>
          <p:cNvPr id="11" name="テキスト プレースホルダー 9">
            <a:extLst>
              <a:ext uri="{FF2B5EF4-FFF2-40B4-BE49-F238E27FC236}">
                <a16:creationId xmlns:a16="http://schemas.microsoft.com/office/drawing/2014/main" id="{07A63F78-6075-6A62-343B-33057C3CF3E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white">
          <a:xfrm>
            <a:off x="457200" y="5729158"/>
            <a:ext cx="2762720" cy="544642"/>
          </a:xfrm>
        </p:spPr>
        <p:txBody>
          <a:bodyPr rIns="0" anchor="t" anchorCtr="0"/>
          <a:lstStyle>
            <a:lvl1pPr marL="0" indent="0" algn="l">
              <a:spcBef>
                <a:spcPts val="300"/>
              </a:spcBef>
              <a:buFontTx/>
              <a:buNone/>
              <a:defRPr sz="12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altLang="ja-JP" dirty="0"/>
              <a:t>Department</a:t>
            </a:r>
            <a:br>
              <a:rPr kumimoji="1" lang="en-US" altLang="ja-JP" dirty="0"/>
            </a:br>
            <a:r>
              <a:rPr kumimoji="1" lang="en-US" altLang="ja-JP" dirty="0"/>
              <a:t>Month, DD, YYYY</a:t>
            </a:r>
          </a:p>
        </p:txBody>
      </p:sp>
      <p:sp>
        <p:nvSpPr>
          <p:cNvPr id="15" name="テキスト プレースホルダー 9">
            <a:extLst>
              <a:ext uri="{FF2B5EF4-FFF2-40B4-BE49-F238E27FC236}">
                <a16:creationId xmlns:a16="http://schemas.microsoft.com/office/drawing/2014/main" id="{D9C1611C-9091-58CE-608C-3FCE3C0E752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white">
          <a:xfrm>
            <a:off x="457200" y="3728715"/>
            <a:ext cx="4774309" cy="379916"/>
          </a:xfrm>
        </p:spPr>
        <p:txBody>
          <a:bodyPr rIns="0" anchor="t"/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16A898-CE19-7643-1378-56A339F1B3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57200" y="2311435"/>
            <a:ext cx="5459413" cy="1005506"/>
          </a:xfrm>
        </p:spPr>
        <p:txBody>
          <a:bodyPr rIns="0" anchor="ctr" anchorCtr="0"/>
          <a:lstStyle>
            <a:lvl1pPr algn="l"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4" name="グラフィックス 14">
            <a:extLst>
              <a:ext uri="{FF2B5EF4-FFF2-40B4-BE49-F238E27FC236}">
                <a16:creationId xmlns:a16="http://schemas.microsoft.com/office/drawing/2014/main" id="{052086CE-3626-91DE-2549-2FECBA7939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476138"/>
            <a:ext cx="3326084" cy="360000"/>
          </a:xfrm>
          <a:prstGeom prst="rect">
            <a:avLst/>
          </a:prstGeom>
        </p:spPr>
      </p:pic>
      <p:sp>
        <p:nvSpPr>
          <p:cNvPr id="5" name="!!L2 INTERNAL USE ONLY">
            <a:extLst>
              <a:ext uri="{FF2B5EF4-FFF2-40B4-BE49-F238E27FC236}">
                <a16:creationId xmlns:a16="http://schemas.microsoft.com/office/drawing/2014/main" id="{E1DFE90E-96CB-13F4-877C-E91F27396A4A}"/>
              </a:ext>
            </a:extLst>
          </p:cNvPr>
          <p:cNvSpPr txBox="1"/>
          <p:nvPr userDrawn="1"/>
        </p:nvSpPr>
        <p:spPr>
          <a:xfrm>
            <a:off x="457200" y="6354849"/>
            <a:ext cx="2030849" cy="216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INTERNAL USE ONLY</a:t>
            </a:r>
          </a:p>
        </p:txBody>
      </p:sp>
      <p:sp>
        <p:nvSpPr>
          <p:cNvPr id="7" name="!!L3 CONFIDENTIAL" hidden="1">
            <a:extLst>
              <a:ext uri="{FF2B5EF4-FFF2-40B4-BE49-F238E27FC236}">
                <a16:creationId xmlns:a16="http://schemas.microsoft.com/office/drawing/2014/main" id="{2110B952-4592-E85E-CE76-30B9A5104619}"/>
              </a:ext>
            </a:extLst>
          </p:cNvPr>
          <p:cNvSpPr txBox="1"/>
          <p:nvPr userDrawn="1"/>
        </p:nvSpPr>
        <p:spPr>
          <a:xfrm>
            <a:off x="442914" y="6354849"/>
            <a:ext cx="1185861" cy="2160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accent2"/>
                </a:solidFill>
              </a:rPr>
              <a:t>CONFIDENTIAL</a:t>
            </a:r>
          </a:p>
        </p:txBody>
      </p:sp>
      <p:sp>
        <p:nvSpPr>
          <p:cNvPr id="13" name="!!L4 STRICTLY CONFIDENTIAL" hidden="1">
            <a:extLst>
              <a:ext uri="{FF2B5EF4-FFF2-40B4-BE49-F238E27FC236}">
                <a16:creationId xmlns:a16="http://schemas.microsoft.com/office/drawing/2014/main" id="{EAEB44EE-2B65-A8A0-EC48-FFA61F9B3200}"/>
              </a:ext>
            </a:extLst>
          </p:cNvPr>
          <p:cNvSpPr txBox="1"/>
          <p:nvPr userDrawn="1"/>
        </p:nvSpPr>
        <p:spPr>
          <a:xfrm>
            <a:off x="442914" y="6354849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43708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4 A_Title 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E748DF-A284-0BB7-48E3-DA13811981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lang="sv-SE" dirty="0" err="1">
              <a:solidFill>
                <a:schemeClr val="tx1"/>
              </a:solidFill>
            </a:endParaRP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16E69290-3C57-CE19-C781-E1C20C1F10A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4920474" y="6948000"/>
            <a:ext cx="6285185" cy="161649"/>
          </a:xfrm>
        </p:spPr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A97BB3F-7DE5-1C71-AA62-3F6F5BCAA84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205659" y="6948000"/>
            <a:ext cx="398965" cy="161649"/>
          </a:xfrm>
        </p:spPr>
        <p:txBody>
          <a:bodyPr/>
          <a:lstStyle/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BB29213-1617-476F-20D2-87EF8D9CDF3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2887092" y="0"/>
            <a:ext cx="9304908" cy="6858000"/>
          </a:xfrm>
          <a:custGeom>
            <a:avLst/>
            <a:gdLst>
              <a:gd name="csX0" fmla="*/ 4114297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  <a:gd name="csX4" fmla="*/ 2887093 w 12192000"/>
              <a:gd name="csY4" fmla="*/ 6857999 h 6858000"/>
              <a:gd name="csX5" fmla="*/ 2887092 w 12192000"/>
              <a:gd name="csY5" fmla="*/ 6857999 h 6858000"/>
              <a:gd name="csX6" fmla="*/ 6973506 w 12192000"/>
              <a:gd name="csY6" fmla="*/ 2820282 h 6858000"/>
              <a:gd name="csX7" fmla="*/ 4101729 w 12192000"/>
              <a:gd name="csY7" fmla="*/ 1 h 6858000"/>
              <a:gd name="csX8" fmla="*/ 4114302 w 12192000"/>
              <a:gd name="csY8" fmla="*/ 1 h 6858000"/>
              <a:gd name="csX9" fmla="*/ 4114297 w 12192000"/>
              <a:gd name="csY9" fmla="*/ 0 h 6858000"/>
              <a:gd name="csX0" fmla="*/ 1227205 w 9304908"/>
              <a:gd name="csY0" fmla="*/ 0 h 6858000"/>
              <a:gd name="csX1" fmla="*/ 9304908 w 9304908"/>
              <a:gd name="csY1" fmla="*/ 0 h 6858000"/>
              <a:gd name="csX2" fmla="*/ 9304908 w 9304908"/>
              <a:gd name="csY2" fmla="*/ 6858000 h 6858000"/>
              <a:gd name="csX3" fmla="*/ 1 w 9304908"/>
              <a:gd name="csY3" fmla="*/ 6857999 h 6858000"/>
              <a:gd name="csX4" fmla="*/ 0 w 9304908"/>
              <a:gd name="csY4" fmla="*/ 6857999 h 6858000"/>
              <a:gd name="csX5" fmla="*/ 4086414 w 9304908"/>
              <a:gd name="csY5" fmla="*/ 2820282 h 6858000"/>
              <a:gd name="csX6" fmla="*/ 1214637 w 9304908"/>
              <a:gd name="csY6" fmla="*/ 1 h 6858000"/>
              <a:gd name="csX7" fmla="*/ 1227210 w 9304908"/>
              <a:gd name="csY7" fmla="*/ 1 h 6858000"/>
              <a:gd name="csX8" fmla="*/ 1227205 w 9304908"/>
              <a:gd name="csY8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304908" h="6858000">
                <a:moveTo>
                  <a:pt x="1227205" y="0"/>
                </a:moveTo>
                <a:lnTo>
                  <a:pt x="9304908" y="0"/>
                </a:lnTo>
                <a:lnTo>
                  <a:pt x="9304908" y="6858000"/>
                </a:lnTo>
                <a:lnTo>
                  <a:pt x="1" y="6857999"/>
                </a:lnTo>
                <a:lnTo>
                  <a:pt x="0" y="6857999"/>
                </a:lnTo>
                <a:lnTo>
                  <a:pt x="4086414" y="2820282"/>
                </a:lnTo>
                <a:lnTo>
                  <a:pt x="1214637" y="1"/>
                </a:lnTo>
                <a:lnTo>
                  <a:pt x="1227210" y="1"/>
                </a:lnTo>
                <a:cubicBezTo>
                  <a:pt x="1227208" y="1"/>
                  <a:pt x="1227207" y="0"/>
                  <a:pt x="1227205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kumimoji="1" lang="en-US" dirty="0"/>
              <a:t> 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B7C00596-6204-5E71-B344-72F2A6F6A0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375" y="363431"/>
            <a:ext cx="1480765" cy="2246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80C9E6-C0DA-86BC-0AE7-59636CC8624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311435"/>
            <a:ext cx="5459413" cy="1005506"/>
          </a:xfrm>
        </p:spPr>
        <p:txBody>
          <a:bodyPr rIns="0" anchor="ctr" anchorCtr="0"/>
          <a:lstStyle>
            <a:lvl1pPr algn="l"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541B387-4358-695A-9C8B-A78F7A0CD55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35908" y="1965755"/>
            <a:ext cx="868716" cy="1733754"/>
          </a:xfrm>
          <a:prstGeom prst="leftArrow">
            <a:avLst>
              <a:gd name="adj1" fmla="val 100000"/>
              <a:gd name="adj2" fmla="val 100000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    </a:t>
            </a:r>
          </a:p>
        </p:txBody>
      </p:sp>
      <p:sp>
        <p:nvSpPr>
          <p:cNvPr id="6" name="テキスト プレースホルダー 9">
            <a:extLst>
              <a:ext uri="{FF2B5EF4-FFF2-40B4-BE49-F238E27FC236}">
                <a16:creationId xmlns:a16="http://schemas.microsoft.com/office/drawing/2014/main" id="{E0BB32F0-2385-5398-085D-B8ECB28061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200" y="5483593"/>
            <a:ext cx="3080695" cy="216000"/>
          </a:xfrm>
        </p:spPr>
        <p:txBody>
          <a:bodyPr rIns="0" anchor="b"/>
          <a:lstStyle>
            <a:lvl1pPr marL="0" indent="0" algn="l">
              <a:buFontTx/>
              <a:buNone/>
              <a:defRPr sz="1200" b="1">
                <a:solidFill>
                  <a:schemeClr val="tx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altLang="ja-JP" dirty="0"/>
              <a:t>Legal Entity</a:t>
            </a:r>
          </a:p>
        </p:txBody>
      </p:sp>
      <p:sp>
        <p:nvSpPr>
          <p:cNvPr id="9" name="テキスト プレースホルダー 9">
            <a:extLst>
              <a:ext uri="{FF2B5EF4-FFF2-40B4-BE49-F238E27FC236}">
                <a16:creationId xmlns:a16="http://schemas.microsoft.com/office/drawing/2014/main" id="{789F3915-8D50-9E2D-EB43-B915EA7334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200" y="5729158"/>
            <a:ext cx="2762720" cy="544642"/>
          </a:xfrm>
        </p:spPr>
        <p:txBody>
          <a:bodyPr rIns="0" anchor="t" anchorCtr="0"/>
          <a:lstStyle>
            <a:lvl1pPr marL="0" indent="0" algn="l">
              <a:spcBef>
                <a:spcPts val="300"/>
              </a:spcBef>
              <a:buFontTx/>
              <a:buNone/>
              <a:defRPr sz="1200">
                <a:solidFill>
                  <a:schemeClr val="tx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Department</a:t>
            </a:r>
            <a:br>
              <a:rPr kumimoji="1" lang="en-US" dirty="0"/>
            </a:br>
            <a:r>
              <a:rPr kumimoji="1" lang="en-US" dirty="0"/>
              <a:t>Month, DD, YYYY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E7EF569-2CF3-FC77-EFC2-DD79C90590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3728715"/>
            <a:ext cx="4774309" cy="379916"/>
          </a:xfrm>
        </p:spPr>
        <p:txBody>
          <a:bodyPr rIns="0" anchor="t"/>
          <a:lstStyle>
            <a:lvl1pPr marL="0" indent="0" algn="l">
              <a:buFontTx/>
              <a:buNone/>
              <a:defRPr sz="1800">
                <a:solidFill>
                  <a:schemeClr val="tx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pic>
        <p:nvPicPr>
          <p:cNvPr id="11" name="グラフィックス 14">
            <a:extLst>
              <a:ext uri="{FF2B5EF4-FFF2-40B4-BE49-F238E27FC236}">
                <a16:creationId xmlns:a16="http://schemas.microsoft.com/office/drawing/2014/main" id="{F46F7BCB-A98A-2ED3-21E5-36F534D13C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476138"/>
            <a:ext cx="3326084" cy="360000"/>
          </a:xfrm>
          <a:prstGeom prst="rect">
            <a:avLst/>
          </a:prstGeom>
        </p:spPr>
      </p:pic>
      <p:sp>
        <p:nvSpPr>
          <p:cNvPr id="13" name="!!L4 STRICTLY CONFIDENTIAL" hidden="1">
            <a:extLst>
              <a:ext uri="{FF2B5EF4-FFF2-40B4-BE49-F238E27FC236}">
                <a16:creationId xmlns:a16="http://schemas.microsoft.com/office/drawing/2014/main" id="{18AD5C25-9AC5-1CDC-649C-39C8CE40EDE2}"/>
              </a:ext>
            </a:extLst>
          </p:cNvPr>
          <p:cNvSpPr txBox="1"/>
          <p:nvPr userDrawn="1"/>
        </p:nvSpPr>
        <p:spPr>
          <a:xfrm>
            <a:off x="442914" y="6354849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8" name="!!L3 CONFIDENTIAL" hidden="1">
            <a:extLst>
              <a:ext uri="{FF2B5EF4-FFF2-40B4-BE49-F238E27FC236}">
                <a16:creationId xmlns:a16="http://schemas.microsoft.com/office/drawing/2014/main" id="{655A57AC-0524-D54E-1A65-11A08D0AB4D3}"/>
              </a:ext>
            </a:extLst>
          </p:cNvPr>
          <p:cNvSpPr txBox="1"/>
          <p:nvPr userDrawn="1"/>
        </p:nvSpPr>
        <p:spPr>
          <a:xfrm>
            <a:off x="442914" y="6354849"/>
            <a:ext cx="1185861" cy="216000"/>
          </a:xfrm>
          <a:prstGeom prst="rect">
            <a:avLst/>
          </a:prstGeom>
          <a:solidFill>
            <a:schemeClr val="accent2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7" name="!!L2 INTERNAL USE ONLY">
            <a:extLst>
              <a:ext uri="{FF2B5EF4-FFF2-40B4-BE49-F238E27FC236}">
                <a16:creationId xmlns:a16="http://schemas.microsoft.com/office/drawing/2014/main" id="{F86B0B0C-0104-1833-0FDE-EB90E4457087}"/>
              </a:ext>
            </a:extLst>
          </p:cNvPr>
          <p:cNvSpPr txBox="1"/>
          <p:nvPr userDrawn="1"/>
        </p:nvSpPr>
        <p:spPr>
          <a:xfrm>
            <a:off x="457200" y="6354849"/>
            <a:ext cx="2030849" cy="216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tx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951194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1 B_Title _Blu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E448B6-8724-097D-5C82-01E24004648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9000">
                <a:srgbClr val="106FFF"/>
              </a:gs>
              <a:gs pos="17000">
                <a:schemeClr val="accent2"/>
              </a:gs>
              <a:gs pos="0">
                <a:srgbClr val="0046AD"/>
              </a:gs>
              <a:gs pos="90000">
                <a:srgbClr val="2DC1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60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5D54F3DE-C8AA-D568-B323-9732ED129AEF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>
          <a:xfrm>
            <a:off x="4920474" y="6948000"/>
            <a:ext cx="6285185" cy="161649"/>
          </a:xfrm>
        </p:spPr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8127FFD-C40F-2774-86EF-836C19C0C4DF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205659" y="6948000"/>
            <a:ext cx="398965" cy="161649"/>
          </a:xfrm>
        </p:spPr>
        <p:txBody>
          <a:bodyPr/>
          <a:lstStyle/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Graphic 1">
            <a:extLst>
              <a:ext uri="{FF2B5EF4-FFF2-40B4-BE49-F238E27FC236}">
                <a16:creationId xmlns:a16="http://schemas.microsoft.com/office/drawing/2014/main" id="{E29F2C46-CDF0-948B-4F1B-CABE118E13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39" r="739"/>
          <a:stretch>
            <a:fillRect/>
          </a:stretch>
        </p:blipFill>
        <p:spPr>
          <a:xfrm>
            <a:off x="3030569" y="2143667"/>
            <a:ext cx="1107206" cy="2211889"/>
          </a:xfrm>
          <a:prstGeom prst="rect">
            <a:avLst/>
          </a:prstGeom>
        </p:spPr>
      </p:pic>
      <p:pic>
        <p:nvPicPr>
          <p:cNvPr id="7" name="Graphic 2">
            <a:extLst>
              <a:ext uri="{FF2B5EF4-FFF2-40B4-BE49-F238E27FC236}">
                <a16:creationId xmlns:a16="http://schemas.microsoft.com/office/drawing/2014/main" id="{F4725EEC-6191-9A83-DC5E-706F8EE545B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6479" y="2763342"/>
            <a:ext cx="2201006" cy="80169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3CDA8CC-2F10-D4E6-500B-392057721E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548146" y="2143667"/>
            <a:ext cx="7056478" cy="2211889"/>
          </a:xfrm>
        </p:spPr>
        <p:txBody>
          <a:bodyPr anchor="ctr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テキスト プレースホルダー 9">
            <a:extLst>
              <a:ext uri="{FF2B5EF4-FFF2-40B4-BE49-F238E27FC236}">
                <a16:creationId xmlns:a16="http://schemas.microsoft.com/office/drawing/2014/main" id="{C457A4A5-6DF0-B693-7B2A-968707C488E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8523929" y="5514701"/>
            <a:ext cx="3080695" cy="216000"/>
          </a:xfrm>
        </p:spPr>
        <p:txBody>
          <a:bodyPr rIns="0" bIns="36000" anchor="b"/>
          <a:lstStyle>
            <a:lvl1pPr marL="0" indent="0" algn="r">
              <a:buFontTx/>
              <a:buNone/>
              <a:defRPr sz="1200" b="1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dirty="0"/>
              <a:t>Legal Entity</a:t>
            </a:r>
          </a:p>
        </p:txBody>
      </p:sp>
      <p:sp>
        <p:nvSpPr>
          <p:cNvPr id="20" name="テキスト プレースホルダー 9">
            <a:extLst>
              <a:ext uri="{FF2B5EF4-FFF2-40B4-BE49-F238E27FC236}">
                <a16:creationId xmlns:a16="http://schemas.microsoft.com/office/drawing/2014/main" id="{ED7544B2-5ED8-E8A6-A086-C57254E0A18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white">
          <a:xfrm>
            <a:off x="8523929" y="5753702"/>
            <a:ext cx="3080695" cy="502797"/>
          </a:xfrm>
        </p:spPr>
        <p:txBody>
          <a:bodyPr rIns="0" anchor="t" anchorCtr="0"/>
          <a:lstStyle>
            <a:lvl1pPr marL="0" indent="0" algn="r">
              <a:spcBef>
                <a:spcPts val="300"/>
              </a:spcBef>
              <a:buFontTx/>
              <a:buNone/>
              <a:defRPr sz="1200" b="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altLang="ja-JP" dirty="0"/>
              <a:t>Department</a:t>
            </a:r>
            <a:br>
              <a:rPr kumimoji="1" lang="en-US" altLang="ja-JP" dirty="0"/>
            </a:br>
            <a:r>
              <a:rPr kumimoji="1" lang="en-US" altLang="ja-JP" dirty="0"/>
              <a:t>Month, DD, YYYY</a:t>
            </a:r>
          </a:p>
        </p:txBody>
      </p:sp>
      <p:sp>
        <p:nvSpPr>
          <p:cNvPr id="21" name="テキスト プレースホルダー 9">
            <a:extLst>
              <a:ext uri="{FF2B5EF4-FFF2-40B4-BE49-F238E27FC236}">
                <a16:creationId xmlns:a16="http://schemas.microsoft.com/office/drawing/2014/main" id="{ACC8A8BA-AC89-99B8-02B4-80F3443A5A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white">
          <a:xfrm>
            <a:off x="4548146" y="4597989"/>
            <a:ext cx="7056478" cy="379916"/>
          </a:xfrm>
        </p:spPr>
        <p:txBody>
          <a:bodyPr anchor="t"/>
          <a:lstStyle>
            <a:lvl1pPr marL="0" indent="0" algn="l">
              <a:buFontTx/>
              <a:buNone/>
              <a:defRPr sz="20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76D01B8-DE7F-DB4F-403D-B1256021394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5935" y="2819892"/>
            <a:ext cx="2076391" cy="727443"/>
          </a:xfrm>
          <a:prstGeom prst="rect">
            <a:avLst/>
          </a:prstGeom>
        </p:spPr>
      </p:pic>
      <p:sp>
        <p:nvSpPr>
          <p:cNvPr id="5" name="!!L4 STRICTLY CONFIDENTIAL" hidden="1">
            <a:extLst>
              <a:ext uri="{FF2B5EF4-FFF2-40B4-BE49-F238E27FC236}">
                <a16:creationId xmlns:a16="http://schemas.microsoft.com/office/drawing/2014/main" id="{A1FFD682-BF1F-D37D-FD38-133CC81513E9}"/>
              </a:ext>
            </a:extLst>
          </p:cNvPr>
          <p:cNvSpPr txBox="1"/>
          <p:nvPr userDrawn="1"/>
        </p:nvSpPr>
        <p:spPr>
          <a:xfrm>
            <a:off x="9758363" y="6354849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4" name="!!L3 CONFIDENTIAL" hidden="1">
            <a:extLst>
              <a:ext uri="{FF2B5EF4-FFF2-40B4-BE49-F238E27FC236}">
                <a16:creationId xmlns:a16="http://schemas.microsoft.com/office/drawing/2014/main" id="{E9E71CA6-6A37-6EFC-0F2E-1E1649A041D9}"/>
              </a:ext>
            </a:extLst>
          </p:cNvPr>
          <p:cNvSpPr txBox="1"/>
          <p:nvPr userDrawn="1"/>
        </p:nvSpPr>
        <p:spPr>
          <a:xfrm>
            <a:off x="10418763" y="6354849"/>
            <a:ext cx="1185861" cy="2160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accent2"/>
                </a:solidFill>
              </a:rPr>
              <a:t>CONFIDENTIAL</a:t>
            </a:r>
          </a:p>
        </p:txBody>
      </p:sp>
      <p:sp>
        <p:nvSpPr>
          <p:cNvPr id="3" name="!!L2 INTERNAL USE ONLY">
            <a:extLst>
              <a:ext uri="{FF2B5EF4-FFF2-40B4-BE49-F238E27FC236}">
                <a16:creationId xmlns:a16="http://schemas.microsoft.com/office/drawing/2014/main" id="{C440AD17-AB40-4255-D913-50F5D8E73926}"/>
              </a:ext>
            </a:extLst>
          </p:cNvPr>
          <p:cNvSpPr txBox="1"/>
          <p:nvPr userDrawn="1"/>
        </p:nvSpPr>
        <p:spPr>
          <a:xfrm>
            <a:off x="9573775" y="6354849"/>
            <a:ext cx="2030849" cy="216000"/>
          </a:xfrm>
          <a:prstGeom prst="rect">
            <a:avLst/>
          </a:prstGeom>
          <a:noFill/>
        </p:spPr>
        <p:txBody>
          <a:bodyPr wrap="square" lIns="0" rIns="0" rtlCol="0" anchor="ctr" anchorCtr="0">
            <a:noAutofit/>
          </a:bodyPr>
          <a:lstStyle/>
          <a:p>
            <a:pPr algn="r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499391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2 B_Title _Purpl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643377-9C0F-99E0-0EC8-BC25ACB5C81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25">
                <a:schemeClr val="accent2"/>
              </a:gs>
              <a:gs pos="15000">
                <a:schemeClr val="accent2"/>
              </a:gs>
              <a:gs pos="0">
                <a:srgbClr val="0046AD"/>
              </a:gs>
              <a:gs pos="95000">
                <a:srgbClr val="C919F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74E57-306F-EE01-3A18-1807DB28127A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920474" y="6948000"/>
            <a:ext cx="6285185" cy="161649"/>
          </a:xfrm>
        </p:spPr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45F88B-5C61-6C53-65DF-E35638ED4A7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205659" y="6948000"/>
            <a:ext cx="398965" cy="161649"/>
          </a:xfrm>
        </p:spPr>
        <p:txBody>
          <a:bodyPr/>
          <a:lstStyle/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raphic 1">
            <a:extLst>
              <a:ext uri="{FF2B5EF4-FFF2-40B4-BE49-F238E27FC236}">
                <a16:creationId xmlns:a16="http://schemas.microsoft.com/office/drawing/2014/main" id="{6BB52AF3-0A78-3960-31D5-1329AB726D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39" r="739"/>
          <a:stretch>
            <a:fillRect/>
          </a:stretch>
        </p:blipFill>
        <p:spPr>
          <a:xfrm>
            <a:off x="3030569" y="2143667"/>
            <a:ext cx="1107206" cy="2211889"/>
          </a:xfrm>
          <a:prstGeom prst="rect">
            <a:avLst/>
          </a:prstGeom>
        </p:spPr>
      </p:pic>
      <p:pic>
        <p:nvPicPr>
          <p:cNvPr id="2" name="Graphic 2">
            <a:extLst>
              <a:ext uri="{FF2B5EF4-FFF2-40B4-BE49-F238E27FC236}">
                <a16:creationId xmlns:a16="http://schemas.microsoft.com/office/drawing/2014/main" id="{DD60442B-B372-4766-6CE5-42A9F37F0EC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536479" y="2763342"/>
            <a:ext cx="2201006" cy="80169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8EB0F28-65D2-A02A-80E6-5E719E8BDF4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548146" y="2143667"/>
            <a:ext cx="7056478" cy="2211889"/>
          </a:xfrm>
        </p:spPr>
        <p:txBody>
          <a:bodyPr anchor="ctr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1908AD77-88C9-BF7E-50EC-D73F219C369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8523929" y="5514701"/>
            <a:ext cx="3080695" cy="216000"/>
          </a:xfrm>
        </p:spPr>
        <p:txBody>
          <a:bodyPr rIns="0" bIns="36000" anchor="b"/>
          <a:lstStyle>
            <a:lvl1pPr marL="0" indent="0" algn="r">
              <a:buFontTx/>
              <a:buNone/>
              <a:defRPr sz="1200" b="1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altLang="ja-JP" dirty="0"/>
              <a:t>Legal Entity</a:t>
            </a:r>
          </a:p>
        </p:txBody>
      </p:sp>
      <p:sp>
        <p:nvSpPr>
          <p:cNvPr id="9" name="テキスト プレースホルダー 9">
            <a:extLst>
              <a:ext uri="{FF2B5EF4-FFF2-40B4-BE49-F238E27FC236}">
                <a16:creationId xmlns:a16="http://schemas.microsoft.com/office/drawing/2014/main" id="{21F26C79-58E1-223F-A62A-4E03FE655CB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white">
          <a:xfrm>
            <a:off x="8523929" y="5753702"/>
            <a:ext cx="3080695" cy="502797"/>
          </a:xfrm>
        </p:spPr>
        <p:txBody>
          <a:bodyPr rIns="0" anchor="t" anchorCtr="0"/>
          <a:lstStyle>
            <a:lvl1pPr marL="0" indent="0" algn="r">
              <a:spcBef>
                <a:spcPts val="300"/>
              </a:spcBef>
              <a:buFontTx/>
              <a:buNone/>
              <a:defRPr sz="12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altLang="ja-JP" dirty="0"/>
              <a:t>Department</a:t>
            </a:r>
            <a:br>
              <a:rPr kumimoji="1" lang="en-US" altLang="ja-JP" dirty="0"/>
            </a:br>
            <a:r>
              <a:rPr kumimoji="1" lang="en-US" altLang="ja-JP" dirty="0"/>
              <a:t>Month, DD, YYYY</a:t>
            </a:r>
          </a:p>
        </p:txBody>
      </p:sp>
      <p:sp>
        <p:nvSpPr>
          <p:cNvPr id="11" name="テキスト プレースホルダー 9">
            <a:extLst>
              <a:ext uri="{FF2B5EF4-FFF2-40B4-BE49-F238E27FC236}">
                <a16:creationId xmlns:a16="http://schemas.microsoft.com/office/drawing/2014/main" id="{E44E6B84-8507-BD83-FF57-B52850A723B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white">
          <a:xfrm>
            <a:off x="4548146" y="4597989"/>
            <a:ext cx="7056478" cy="379916"/>
          </a:xfrm>
        </p:spPr>
        <p:txBody>
          <a:bodyPr anchor="t"/>
          <a:lstStyle>
            <a:lvl1pPr marL="0" indent="0" algn="l">
              <a:buFontTx/>
              <a:buNone/>
              <a:defRPr sz="20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B5FE2E8-E940-0280-1629-E9AD0FE6D70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5935" y="2819892"/>
            <a:ext cx="2076391" cy="727443"/>
          </a:xfrm>
          <a:prstGeom prst="rect">
            <a:avLst/>
          </a:prstGeom>
        </p:spPr>
      </p:pic>
      <p:sp>
        <p:nvSpPr>
          <p:cNvPr id="13" name="!!L4 STRICTLY CONFIDENTIAL" hidden="1">
            <a:extLst>
              <a:ext uri="{FF2B5EF4-FFF2-40B4-BE49-F238E27FC236}">
                <a16:creationId xmlns:a16="http://schemas.microsoft.com/office/drawing/2014/main" id="{2394288F-FE77-6A2F-033F-B95DBBC269BD}"/>
              </a:ext>
            </a:extLst>
          </p:cNvPr>
          <p:cNvSpPr txBox="1"/>
          <p:nvPr userDrawn="1"/>
        </p:nvSpPr>
        <p:spPr>
          <a:xfrm>
            <a:off x="9758363" y="6354849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12" name="!!L3 CONFIDENTIAL" hidden="1">
            <a:extLst>
              <a:ext uri="{FF2B5EF4-FFF2-40B4-BE49-F238E27FC236}">
                <a16:creationId xmlns:a16="http://schemas.microsoft.com/office/drawing/2014/main" id="{03C39FC5-44CF-49B2-622B-EFAFF884B452}"/>
              </a:ext>
            </a:extLst>
          </p:cNvPr>
          <p:cNvSpPr txBox="1"/>
          <p:nvPr userDrawn="1"/>
        </p:nvSpPr>
        <p:spPr>
          <a:xfrm>
            <a:off x="10418763" y="6354849"/>
            <a:ext cx="1185861" cy="2160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accent2"/>
                </a:solidFill>
              </a:rPr>
              <a:t>CONFIDENTIAL</a:t>
            </a:r>
          </a:p>
        </p:txBody>
      </p:sp>
      <p:sp>
        <p:nvSpPr>
          <p:cNvPr id="8" name="!!L2 INTERNAL USE ONLY">
            <a:extLst>
              <a:ext uri="{FF2B5EF4-FFF2-40B4-BE49-F238E27FC236}">
                <a16:creationId xmlns:a16="http://schemas.microsoft.com/office/drawing/2014/main" id="{117534D5-363D-CE22-C971-07E74AA56B01}"/>
              </a:ext>
            </a:extLst>
          </p:cNvPr>
          <p:cNvSpPr txBox="1"/>
          <p:nvPr userDrawn="1"/>
        </p:nvSpPr>
        <p:spPr>
          <a:xfrm>
            <a:off x="9573775" y="6354849"/>
            <a:ext cx="2030849" cy="216000"/>
          </a:xfrm>
          <a:prstGeom prst="rect">
            <a:avLst/>
          </a:prstGeom>
          <a:noFill/>
        </p:spPr>
        <p:txBody>
          <a:bodyPr wrap="square" lIns="0" rIns="0" rtlCol="0" anchor="ctr" anchorCtr="0">
            <a:noAutofit/>
          </a:bodyPr>
          <a:lstStyle/>
          <a:p>
            <a:pPr algn="r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869280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3 B_Title _Green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AC10A354-5BA7-139D-9051-3633DE7F14A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3000">
                <a:srgbClr val="0087FF"/>
              </a:gs>
              <a:gs pos="15000">
                <a:srgbClr val="2230FE"/>
              </a:gs>
              <a:gs pos="0">
                <a:srgbClr val="0046AD"/>
              </a:gs>
              <a:gs pos="65000">
                <a:srgbClr val="14B6B3"/>
              </a:gs>
              <a:gs pos="86000">
                <a:srgbClr val="26DE7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60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1C157FF-437C-CBC7-4546-D4D672B5190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920474" y="6948000"/>
            <a:ext cx="6285185" cy="161649"/>
          </a:xfrm>
        </p:spPr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303911-A855-527A-761A-5C7B99FBAA7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205659" y="6948000"/>
            <a:ext cx="398965" cy="161649"/>
          </a:xfrm>
        </p:spPr>
        <p:txBody>
          <a:bodyPr/>
          <a:lstStyle/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32E8973-1694-A193-E1F1-F888B3470E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39" r="739"/>
          <a:stretch>
            <a:fillRect/>
          </a:stretch>
        </p:blipFill>
        <p:spPr>
          <a:xfrm>
            <a:off x="3030569" y="2143667"/>
            <a:ext cx="1107206" cy="2211889"/>
          </a:xfrm>
          <a:prstGeom prst="rect">
            <a:avLst/>
          </a:prstGeom>
        </p:spPr>
      </p:pic>
      <p:pic>
        <p:nvPicPr>
          <p:cNvPr id="16" name="Graphic 2">
            <a:extLst>
              <a:ext uri="{FF2B5EF4-FFF2-40B4-BE49-F238E27FC236}">
                <a16:creationId xmlns:a16="http://schemas.microsoft.com/office/drawing/2014/main" id="{BA6C8627-B116-47BE-05D4-C82CEDFD625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6479" y="2763342"/>
            <a:ext cx="2201006" cy="801691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CA18CBA0-E26F-ABBB-BC54-5209D9ECFA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548146" y="2143667"/>
            <a:ext cx="7056478" cy="2211889"/>
          </a:xfrm>
        </p:spPr>
        <p:txBody>
          <a:bodyPr anchor="ctr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6193A2AB-F4CA-4169-0794-EAC89AC9480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8523929" y="5514701"/>
            <a:ext cx="3080695" cy="216000"/>
          </a:xfrm>
        </p:spPr>
        <p:txBody>
          <a:bodyPr lIns="0" rIns="0" bIns="36000" anchor="b"/>
          <a:lstStyle>
            <a:lvl1pPr marL="0" indent="0" algn="r">
              <a:buFontTx/>
              <a:buNone/>
              <a:defRPr sz="1200" b="1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altLang="ja-JP" dirty="0"/>
              <a:t>Legal Entity</a:t>
            </a:r>
          </a:p>
        </p:txBody>
      </p:sp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74A682D8-72A0-17F3-3B2A-6D0B568A43C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white">
          <a:xfrm>
            <a:off x="8523929" y="5753702"/>
            <a:ext cx="3080695" cy="502797"/>
          </a:xfrm>
        </p:spPr>
        <p:txBody>
          <a:bodyPr lIns="0" tIns="36000" rIns="0" anchor="t" anchorCtr="0"/>
          <a:lstStyle>
            <a:lvl1pPr marL="0" indent="0" algn="r">
              <a:spcBef>
                <a:spcPts val="300"/>
              </a:spcBef>
              <a:buFontTx/>
              <a:buNone/>
              <a:defRPr sz="12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altLang="ja-JP" dirty="0"/>
              <a:t>Department</a:t>
            </a:r>
            <a:br>
              <a:rPr kumimoji="1" lang="en-US" altLang="ja-JP" dirty="0"/>
            </a:br>
            <a:r>
              <a:rPr kumimoji="1" lang="en-US" altLang="ja-JP" dirty="0"/>
              <a:t>Month, DD, YYYY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75F27159-A3E1-E77C-6BEF-1B37DDD188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white">
          <a:xfrm>
            <a:off x="4548146" y="4597989"/>
            <a:ext cx="7056478" cy="379916"/>
          </a:xfrm>
        </p:spPr>
        <p:txBody>
          <a:bodyPr anchor="t"/>
          <a:lstStyle>
            <a:lvl1pPr marL="0" indent="0" algn="l">
              <a:buFontTx/>
              <a:buNone/>
              <a:defRPr sz="20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48AB1540-31D1-D8DE-5C1C-9C7FDD56E83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5935" y="2819892"/>
            <a:ext cx="2076391" cy="727443"/>
          </a:xfrm>
          <a:prstGeom prst="rect">
            <a:avLst/>
          </a:prstGeom>
        </p:spPr>
      </p:pic>
      <p:sp>
        <p:nvSpPr>
          <p:cNvPr id="8" name="!!L4 STRICTLY CONFIDENTIAL" hidden="1">
            <a:extLst>
              <a:ext uri="{FF2B5EF4-FFF2-40B4-BE49-F238E27FC236}">
                <a16:creationId xmlns:a16="http://schemas.microsoft.com/office/drawing/2014/main" id="{7A924462-0BFE-90AD-8D7C-301599E14C4C}"/>
              </a:ext>
            </a:extLst>
          </p:cNvPr>
          <p:cNvSpPr txBox="1"/>
          <p:nvPr userDrawn="1"/>
        </p:nvSpPr>
        <p:spPr>
          <a:xfrm>
            <a:off x="9758363" y="6354849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6" name="!!L3 CONFIDENTIAL" hidden="1">
            <a:extLst>
              <a:ext uri="{FF2B5EF4-FFF2-40B4-BE49-F238E27FC236}">
                <a16:creationId xmlns:a16="http://schemas.microsoft.com/office/drawing/2014/main" id="{8C15D1E5-0692-2E87-11EF-E2D098A28B5E}"/>
              </a:ext>
            </a:extLst>
          </p:cNvPr>
          <p:cNvSpPr txBox="1"/>
          <p:nvPr userDrawn="1"/>
        </p:nvSpPr>
        <p:spPr>
          <a:xfrm>
            <a:off x="10418763" y="6354849"/>
            <a:ext cx="1185861" cy="2160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accent2"/>
                </a:solidFill>
              </a:rPr>
              <a:t>CONFIDENTIAL</a:t>
            </a:r>
          </a:p>
        </p:txBody>
      </p:sp>
      <p:sp>
        <p:nvSpPr>
          <p:cNvPr id="4" name="!!L2 INTERNAL USE ONLY">
            <a:extLst>
              <a:ext uri="{FF2B5EF4-FFF2-40B4-BE49-F238E27FC236}">
                <a16:creationId xmlns:a16="http://schemas.microsoft.com/office/drawing/2014/main" id="{E0E51431-6C1C-3981-51E8-D9FD8EC05428}"/>
              </a:ext>
            </a:extLst>
          </p:cNvPr>
          <p:cNvSpPr txBox="1"/>
          <p:nvPr userDrawn="1"/>
        </p:nvSpPr>
        <p:spPr>
          <a:xfrm>
            <a:off x="9573775" y="6354849"/>
            <a:ext cx="2030849" cy="216000"/>
          </a:xfrm>
          <a:prstGeom prst="rect">
            <a:avLst/>
          </a:prstGeom>
          <a:noFill/>
        </p:spPr>
        <p:txBody>
          <a:bodyPr wrap="square" lIns="0" rIns="0" rtlCol="0" anchor="ctr" anchorCtr="0">
            <a:noAutofit/>
          </a:bodyPr>
          <a:lstStyle/>
          <a:p>
            <a:pPr algn="r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850018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4 B_Title 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711A43-CCA1-4AD7-5533-03245A048BD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4920474" y="6948000"/>
            <a:ext cx="6285185" cy="161649"/>
          </a:xfrm>
        </p:spPr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722679-588E-00B8-AF87-FCBAB31E598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11205659" y="6948000"/>
            <a:ext cx="398965" cy="161649"/>
          </a:xfrm>
        </p:spPr>
        <p:txBody>
          <a:bodyPr/>
          <a:lstStyle/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ED91E2F-678E-BC7C-4F27-E21FC20D77E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864000" anchor="t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B3E856-FDA7-A703-84C6-81B75D5872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48146" y="2143667"/>
            <a:ext cx="7056478" cy="2211889"/>
          </a:xfrm>
        </p:spPr>
        <p:txBody>
          <a:bodyPr anchor="ctr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E34251C-12A3-4155-1787-52F1E8D0C1F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10800000">
            <a:off x="2947824" y="2067339"/>
            <a:ext cx="1269677" cy="2348948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0213E4F8-F51B-E9CD-238F-A908E81D41AE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536479" y="2763342"/>
            <a:ext cx="2200094" cy="801422"/>
          </a:xfr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33FDADEB-4553-2E47-DB6E-35121652AC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23930" y="5514701"/>
            <a:ext cx="3080695" cy="216000"/>
          </a:xfrm>
        </p:spPr>
        <p:txBody>
          <a:bodyPr rIns="0" bIns="36000" anchor="b"/>
          <a:lstStyle>
            <a:lvl1pPr marL="0" indent="0" algn="r">
              <a:buFontTx/>
              <a:buNone/>
              <a:defRPr sz="1200" b="1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altLang="ja-JP" dirty="0"/>
              <a:t>Legal Entity</a:t>
            </a:r>
          </a:p>
        </p:txBody>
      </p:sp>
      <p:sp>
        <p:nvSpPr>
          <p:cNvPr id="6" name="テキスト プレースホルダー 9">
            <a:extLst>
              <a:ext uri="{FF2B5EF4-FFF2-40B4-BE49-F238E27FC236}">
                <a16:creationId xmlns:a16="http://schemas.microsoft.com/office/drawing/2014/main" id="{24AC566B-B751-6E96-0C05-A3E4CB432E7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23930" y="5753702"/>
            <a:ext cx="3080695" cy="502797"/>
          </a:xfrm>
        </p:spPr>
        <p:txBody>
          <a:bodyPr rIns="0" anchor="t" anchorCtr="0"/>
          <a:lstStyle>
            <a:lvl1pPr marL="0" indent="0" algn="r">
              <a:spcBef>
                <a:spcPts val="300"/>
              </a:spcBef>
              <a:buFontTx/>
              <a:buNone/>
              <a:defRPr sz="12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en-US" altLang="ja-JP" dirty="0"/>
              <a:t>Department</a:t>
            </a:r>
            <a:br>
              <a:rPr kumimoji="1" lang="en-US" altLang="ja-JP" dirty="0"/>
            </a:br>
            <a:r>
              <a:rPr kumimoji="1" lang="en-US" altLang="ja-JP" dirty="0"/>
              <a:t>Month, DD, YYYY</a:t>
            </a:r>
          </a:p>
        </p:txBody>
      </p:sp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0E87A0B5-7046-FD20-D31E-8E6955A750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48146" y="4597989"/>
            <a:ext cx="7056478" cy="379916"/>
          </a:xfrm>
        </p:spPr>
        <p:txBody>
          <a:bodyPr anchor="t"/>
          <a:lstStyle>
            <a:lvl1pPr marL="0" indent="0" algn="l">
              <a:buFontTx/>
              <a:buNone/>
              <a:defRPr sz="2000">
                <a:solidFill>
                  <a:schemeClr val="bg1"/>
                </a:solidFill>
              </a:defRPr>
            </a:lvl1pPr>
            <a:lvl2pPr marL="214313" indent="0">
              <a:buFontTx/>
              <a:buNone/>
              <a:defRPr/>
            </a:lvl2pPr>
            <a:lvl3pPr marL="414338" indent="0">
              <a:buFontTx/>
              <a:buNone/>
              <a:defRPr/>
            </a:lvl3pPr>
            <a:lvl4pPr marL="414338" indent="0">
              <a:buFontTx/>
              <a:buNone/>
              <a:defRPr/>
            </a:lvl4pPr>
            <a:lvl5pPr marL="414338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015905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1 Content - 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!!Arrow left">
            <a:extLst>
              <a:ext uri="{FF2B5EF4-FFF2-40B4-BE49-F238E27FC236}">
                <a16:creationId xmlns:a16="http://schemas.microsoft.com/office/drawing/2014/main" id="{112E331A-8DE1-797A-1033-78BED4ADA45B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0" y="152130"/>
            <a:ext cx="403200" cy="805481"/>
          </a:xfrm>
          <a:prstGeom prst="leftArrow">
            <a:avLst>
              <a:gd name="adj1" fmla="val 100000"/>
              <a:gd name="adj2" fmla="val 132558"/>
            </a:avLst>
          </a:prstGeom>
          <a:solidFill>
            <a:srgbClr val="113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BE3BC-81B3-E530-1E0F-0C26B5AFD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DFC8-1BC3-43DA-BCD5-916305E849D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E3A3C9-C608-2087-F225-C2794EF0DD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008CD92-99CF-DC10-86F5-AF6A2D074D8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7374" y="1304926"/>
            <a:ext cx="11017249" cy="4968874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B8A1F01C-FA5C-C094-2463-F8E0E8508D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376" y="6445779"/>
            <a:ext cx="2036082" cy="222641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D49B3E6-5860-C507-D5AC-E67CF85924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1619" y="162315"/>
            <a:ext cx="3600" cy="3600"/>
          </a:xfrm>
          <a:prstGeom prst="rightArrow">
            <a:avLst>
              <a:gd name="adj1" fmla="val 50000"/>
              <a:gd name="adj2" fmla="val 13944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9" name="!!L4 STRICTLY CONFIDENTIAL" hidden="1">
            <a:extLst>
              <a:ext uri="{FF2B5EF4-FFF2-40B4-BE49-F238E27FC236}">
                <a16:creationId xmlns:a16="http://schemas.microsoft.com/office/drawing/2014/main" id="{38EB1600-242C-F3E1-A760-3F148863F298}"/>
              </a:ext>
            </a:extLst>
          </p:cNvPr>
          <p:cNvSpPr txBox="1"/>
          <p:nvPr userDrawn="1"/>
        </p:nvSpPr>
        <p:spPr>
          <a:xfrm>
            <a:off x="3060807" y="6452633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7" name="!!L3 CONFIDENTIAL" hidden="1">
            <a:extLst>
              <a:ext uri="{FF2B5EF4-FFF2-40B4-BE49-F238E27FC236}">
                <a16:creationId xmlns:a16="http://schemas.microsoft.com/office/drawing/2014/main" id="{944CADC8-F6E8-F678-13AF-176C166159C8}"/>
              </a:ext>
            </a:extLst>
          </p:cNvPr>
          <p:cNvSpPr txBox="1"/>
          <p:nvPr userDrawn="1"/>
        </p:nvSpPr>
        <p:spPr>
          <a:xfrm>
            <a:off x="3060807" y="6452633"/>
            <a:ext cx="1185861" cy="216000"/>
          </a:xfrm>
          <a:prstGeom prst="rect">
            <a:avLst/>
          </a:prstGeom>
          <a:solidFill>
            <a:schemeClr val="accent2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5" name="!!L2 INTERNAL USE">
            <a:extLst>
              <a:ext uri="{FF2B5EF4-FFF2-40B4-BE49-F238E27FC236}">
                <a16:creationId xmlns:a16="http://schemas.microsoft.com/office/drawing/2014/main" id="{A8931E96-AE15-DE27-32B6-B33B090E3CCC}"/>
              </a:ext>
            </a:extLst>
          </p:cNvPr>
          <p:cNvSpPr txBox="1"/>
          <p:nvPr userDrawn="1"/>
        </p:nvSpPr>
        <p:spPr>
          <a:xfrm>
            <a:off x="3063515" y="6530589"/>
            <a:ext cx="1856960" cy="162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tx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672000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2 Content - Title &amp; tw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3D59E-77B6-469E-0005-9C2BF6EB0A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0D939-CBF4-DEF8-AB17-1E14ECB6C34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7374" y="1304926"/>
            <a:ext cx="5181600" cy="496887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7FDDD-980A-E939-3AA9-69FE13AA98A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23024" y="1304926"/>
            <a:ext cx="5181600" cy="496887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988D9-FA1A-7721-3003-B58FD7F9C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41405-C34C-535C-A601-5E46007D7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56ABCA2-1472-E8F9-0750-7C8EE19655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376" y="6445779"/>
            <a:ext cx="2036082" cy="222641"/>
          </a:xfrm>
          <a:prstGeom prst="rect">
            <a:avLst/>
          </a:prstGeom>
        </p:spPr>
      </p:pic>
      <p:sp>
        <p:nvSpPr>
          <p:cNvPr id="5" name="!!Arrow left">
            <a:extLst>
              <a:ext uri="{FF2B5EF4-FFF2-40B4-BE49-F238E27FC236}">
                <a16:creationId xmlns:a16="http://schemas.microsoft.com/office/drawing/2014/main" id="{2FC3E4B7-7F8B-E67E-A4FC-37785B0B7CF6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0" y="152130"/>
            <a:ext cx="403200" cy="805481"/>
          </a:xfrm>
          <a:prstGeom prst="leftArrow">
            <a:avLst>
              <a:gd name="adj1" fmla="val 100000"/>
              <a:gd name="adj2" fmla="val 132558"/>
            </a:avLst>
          </a:prstGeom>
          <a:solidFill>
            <a:srgbClr val="113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B6C3A52-9358-A307-E5EE-B83B6457BA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8379" y="162315"/>
            <a:ext cx="3600" cy="3600"/>
          </a:xfrm>
          <a:prstGeom prst="rightArrow">
            <a:avLst>
              <a:gd name="adj1" fmla="val 50000"/>
              <a:gd name="adj2" fmla="val 13944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11" name="!!L4 STRICTLY CONFIDENTIAL" hidden="1">
            <a:extLst>
              <a:ext uri="{FF2B5EF4-FFF2-40B4-BE49-F238E27FC236}">
                <a16:creationId xmlns:a16="http://schemas.microsoft.com/office/drawing/2014/main" id="{661373B4-B189-FB34-C1BC-00106A988E4F}"/>
              </a:ext>
            </a:extLst>
          </p:cNvPr>
          <p:cNvSpPr txBox="1"/>
          <p:nvPr userDrawn="1"/>
        </p:nvSpPr>
        <p:spPr>
          <a:xfrm>
            <a:off x="3060807" y="6452633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12" name="!!L3 CONFIDENTIAL" hidden="1">
            <a:extLst>
              <a:ext uri="{FF2B5EF4-FFF2-40B4-BE49-F238E27FC236}">
                <a16:creationId xmlns:a16="http://schemas.microsoft.com/office/drawing/2014/main" id="{1B22567E-C90E-8AA4-C06E-548C727B3D92}"/>
              </a:ext>
            </a:extLst>
          </p:cNvPr>
          <p:cNvSpPr txBox="1"/>
          <p:nvPr userDrawn="1"/>
        </p:nvSpPr>
        <p:spPr>
          <a:xfrm>
            <a:off x="3060807" y="6452633"/>
            <a:ext cx="1185861" cy="216000"/>
          </a:xfrm>
          <a:prstGeom prst="rect">
            <a:avLst/>
          </a:prstGeom>
          <a:solidFill>
            <a:schemeClr val="accent2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3" name="!!L2 INTERNAL USE">
            <a:extLst>
              <a:ext uri="{FF2B5EF4-FFF2-40B4-BE49-F238E27FC236}">
                <a16:creationId xmlns:a16="http://schemas.microsoft.com/office/drawing/2014/main" id="{FD68C7FA-7E46-D763-6598-8474014E8AFF}"/>
              </a:ext>
            </a:extLst>
          </p:cNvPr>
          <p:cNvSpPr txBox="1"/>
          <p:nvPr userDrawn="1"/>
        </p:nvSpPr>
        <p:spPr>
          <a:xfrm>
            <a:off x="3063515" y="6530589"/>
            <a:ext cx="1856960" cy="162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tx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90028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3 Content - Title &amp; thre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3D59E-77B6-469E-0005-9C2BF6EB0A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0D939-CBF4-DEF8-AB17-1E14ECB6C34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7376" y="1304928"/>
            <a:ext cx="3469618" cy="496887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988D9-FA1A-7721-3003-B58FD7F9C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41405-C34C-535C-A601-5E46007D7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D4BE878-A75B-DD06-9286-E682C009FEDB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361191" y="1304926"/>
            <a:ext cx="3469619" cy="496887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E56E1B4-8B44-0956-B425-E60EC8CB675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135006" y="1304926"/>
            <a:ext cx="3469619" cy="496887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E3B5EE6-6F2D-D5C9-54B5-82ECE034EA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376" y="6445779"/>
            <a:ext cx="2036082" cy="222641"/>
          </a:xfrm>
          <a:prstGeom prst="rect">
            <a:avLst/>
          </a:prstGeom>
        </p:spPr>
      </p:pic>
      <p:sp>
        <p:nvSpPr>
          <p:cNvPr id="4" name="!!Arrow left">
            <a:extLst>
              <a:ext uri="{FF2B5EF4-FFF2-40B4-BE49-F238E27FC236}">
                <a16:creationId xmlns:a16="http://schemas.microsoft.com/office/drawing/2014/main" id="{BE3484C0-9E39-1A29-99B0-61B6B4E26453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0" y="152130"/>
            <a:ext cx="403200" cy="805481"/>
          </a:xfrm>
          <a:prstGeom prst="leftArrow">
            <a:avLst>
              <a:gd name="adj1" fmla="val 100000"/>
              <a:gd name="adj2" fmla="val 132558"/>
            </a:avLst>
          </a:prstGeom>
          <a:solidFill>
            <a:srgbClr val="113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DB910FF-FBFA-871A-4342-21BD1CC391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8379" y="162315"/>
            <a:ext cx="3600" cy="3600"/>
          </a:xfrm>
          <a:prstGeom prst="rightArrow">
            <a:avLst>
              <a:gd name="adj1" fmla="val 50000"/>
              <a:gd name="adj2" fmla="val 13944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12" name="!!L4 STRICTLY CONFIDENTIAL" hidden="1">
            <a:extLst>
              <a:ext uri="{FF2B5EF4-FFF2-40B4-BE49-F238E27FC236}">
                <a16:creationId xmlns:a16="http://schemas.microsoft.com/office/drawing/2014/main" id="{19CE63DF-435E-B1C4-9D7E-F0984767F587}"/>
              </a:ext>
            </a:extLst>
          </p:cNvPr>
          <p:cNvSpPr txBox="1"/>
          <p:nvPr userDrawn="1"/>
        </p:nvSpPr>
        <p:spPr>
          <a:xfrm>
            <a:off x="3060807" y="6452633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13" name="!!L3 CONFIDENTIAL" hidden="1">
            <a:extLst>
              <a:ext uri="{FF2B5EF4-FFF2-40B4-BE49-F238E27FC236}">
                <a16:creationId xmlns:a16="http://schemas.microsoft.com/office/drawing/2014/main" id="{C2499F4E-0D42-DD0A-0C22-6FB777FE8266}"/>
              </a:ext>
            </a:extLst>
          </p:cNvPr>
          <p:cNvSpPr txBox="1"/>
          <p:nvPr userDrawn="1"/>
        </p:nvSpPr>
        <p:spPr>
          <a:xfrm>
            <a:off x="3060807" y="6452633"/>
            <a:ext cx="1185861" cy="216000"/>
          </a:xfrm>
          <a:prstGeom prst="rect">
            <a:avLst/>
          </a:prstGeom>
          <a:solidFill>
            <a:schemeClr val="accent2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4" name="!!L2 INTERNAL USE">
            <a:extLst>
              <a:ext uri="{FF2B5EF4-FFF2-40B4-BE49-F238E27FC236}">
                <a16:creationId xmlns:a16="http://schemas.microsoft.com/office/drawing/2014/main" id="{28C04C46-7D26-1353-867F-9E14F3FC80E8}"/>
              </a:ext>
            </a:extLst>
          </p:cNvPr>
          <p:cNvSpPr txBox="1"/>
          <p:nvPr userDrawn="1"/>
        </p:nvSpPr>
        <p:spPr>
          <a:xfrm>
            <a:off x="3063515" y="6530589"/>
            <a:ext cx="1856960" cy="162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tx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699399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3 B Content - Title &amp; four text with 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7AEC4AD5-6259-66B7-4C61-E2D84B62F9C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975588" y="1304926"/>
            <a:ext cx="2629032" cy="2124074"/>
          </a:xfrm>
          <a:solidFill>
            <a:schemeClr val="bg1">
              <a:lumMod val="85000"/>
            </a:schemeClr>
          </a:solidFill>
        </p:spPr>
        <p:txBody>
          <a:bodyPr tIns="864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41BBEF22-03B0-5903-6D0C-AA3E034D893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79518" y="1304926"/>
            <a:ext cx="2629032" cy="2124074"/>
          </a:xfrm>
          <a:solidFill>
            <a:schemeClr val="bg1">
              <a:lumMod val="85000"/>
            </a:schemeClr>
          </a:solidFill>
        </p:spPr>
        <p:txBody>
          <a:bodyPr tIns="864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03D59E-77B6-469E-0005-9C2BF6EB0A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988D9-FA1A-7721-3003-B58FD7F9C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41405-C34C-535C-A601-5E46007D7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E3B5EE6-6F2D-D5C9-54B5-82ECE034EA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376" y="6445779"/>
            <a:ext cx="2036082" cy="222641"/>
          </a:xfrm>
          <a:prstGeom prst="rect">
            <a:avLst/>
          </a:prstGeom>
        </p:spPr>
      </p:pic>
      <p:sp>
        <p:nvSpPr>
          <p:cNvPr id="4" name="!!Arrow left">
            <a:extLst>
              <a:ext uri="{FF2B5EF4-FFF2-40B4-BE49-F238E27FC236}">
                <a16:creationId xmlns:a16="http://schemas.microsoft.com/office/drawing/2014/main" id="{BE3484C0-9E39-1A29-99B0-61B6B4E26453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0" y="152130"/>
            <a:ext cx="403200" cy="805481"/>
          </a:xfrm>
          <a:prstGeom prst="leftArrow">
            <a:avLst>
              <a:gd name="adj1" fmla="val 100000"/>
              <a:gd name="adj2" fmla="val 132558"/>
            </a:avLst>
          </a:prstGeom>
          <a:solidFill>
            <a:srgbClr val="113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C05C3BDC-5324-4760-173C-0619D842DD0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87375" y="1304926"/>
            <a:ext cx="2629032" cy="2124074"/>
          </a:xfrm>
          <a:solidFill>
            <a:schemeClr val="bg1">
              <a:lumMod val="85000"/>
            </a:schemeClr>
          </a:solidFill>
        </p:spPr>
        <p:txBody>
          <a:bodyPr tIns="864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F84026A7-5666-7C65-54CF-E99C5F2D2CE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383446" y="1304926"/>
            <a:ext cx="2629032" cy="2124074"/>
          </a:xfrm>
          <a:solidFill>
            <a:schemeClr val="bg1">
              <a:lumMod val="85000"/>
            </a:schemeClr>
          </a:solidFill>
        </p:spPr>
        <p:txBody>
          <a:bodyPr tIns="864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2AFF0B8-96E2-7F84-5068-1C44A16C54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7375" y="3553657"/>
            <a:ext cx="2628900" cy="504000"/>
          </a:xfrm>
        </p:spPr>
        <p:txBody>
          <a:bodyPr bIns="0" anchor="b" anchorCtr="0"/>
          <a:lstStyle>
            <a:lvl1pPr marL="0" indent="0">
              <a:lnSpc>
                <a:spcPct val="90000"/>
              </a:lnSpc>
              <a:spcBef>
                <a:spcPts val="600"/>
              </a:spcBef>
              <a:buFontTx/>
              <a:buNone/>
              <a:defRPr sz="1800"/>
            </a:lvl1pPr>
            <a:lvl2pPr marL="319088" indent="0">
              <a:buNone/>
              <a:defRPr/>
            </a:lvl2pPr>
          </a:lstStyle>
          <a:p>
            <a:pPr lvl="0"/>
            <a:r>
              <a:rPr lang="en-US" dirty="0"/>
              <a:t>Click to add sub title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98147A8B-FD83-0273-ADD8-0BD7D3D021C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87375" y="4182315"/>
            <a:ext cx="2628900" cy="2091486"/>
          </a:xfrm>
        </p:spPr>
        <p:txBody>
          <a:bodyPr tIns="0"/>
          <a:lstStyle>
            <a:lvl1pPr marL="227013" indent="-227013">
              <a:tabLst/>
              <a:defRPr sz="1600"/>
            </a:lvl1pPr>
            <a:lvl2pPr marL="319088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42E58E67-3AE7-E7DB-DD1D-17C69E319F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83446" y="3553657"/>
            <a:ext cx="2628900" cy="504000"/>
          </a:xfrm>
        </p:spPr>
        <p:txBody>
          <a:bodyPr bIns="0" anchor="b" anchorCtr="0"/>
          <a:lstStyle>
            <a:lvl1pPr marL="0" indent="0">
              <a:lnSpc>
                <a:spcPct val="90000"/>
              </a:lnSpc>
              <a:spcBef>
                <a:spcPts val="600"/>
              </a:spcBef>
              <a:buFontTx/>
              <a:buNone/>
              <a:defRPr sz="1800"/>
            </a:lvl1pPr>
            <a:lvl2pPr marL="319088" indent="0">
              <a:buNone/>
              <a:defRPr/>
            </a:lvl2pPr>
          </a:lstStyle>
          <a:p>
            <a:pPr lvl="0"/>
            <a:r>
              <a:rPr lang="en-US" dirty="0"/>
              <a:t>Click to add sub title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9BAC8A53-4186-36A2-52B1-802B1DA2A59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383446" y="4182315"/>
            <a:ext cx="2628900" cy="2091486"/>
          </a:xfrm>
        </p:spPr>
        <p:txBody>
          <a:bodyPr tIns="0"/>
          <a:lstStyle>
            <a:lvl1pPr marL="227013" indent="-227013">
              <a:tabLst/>
              <a:defRPr sz="1600"/>
            </a:lvl1pPr>
            <a:lvl2pPr marL="319088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B1BA8B91-9E2D-88FC-630F-1A8DD8E5DA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79650" y="3553657"/>
            <a:ext cx="2628900" cy="504000"/>
          </a:xfrm>
        </p:spPr>
        <p:txBody>
          <a:bodyPr bIns="0" anchor="b" anchorCtr="0"/>
          <a:lstStyle>
            <a:lvl1pPr marL="0" indent="0">
              <a:lnSpc>
                <a:spcPct val="90000"/>
              </a:lnSpc>
              <a:spcBef>
                <a:spcPts val="600"/>
              </a:spcBef>
              <a:buFontTx/>
              <a:buNone/>
              <a:defRPr sz="1800"/>
            </a:lvl1pPr>
            <a:lvl2pPr marL="319088" indent="0">
              <a:buNone/>
              <a:defRPr/>
            </a:lvl2pPr>
          </a:lstStyle>
          <a:p>
            <a:pPr lvl="0"/>
            <a:r>
              <a:rPr lang="en-US" dirty="0"/>
              <a:t>Click to add sub title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AAEDF629-9676-7935-8258-5827D4A0AA3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79650" y="4182315"/>
            <a:ext cx="2628900" cy="2091486"/>
          </a:xfrm>
        </p:spPr>
        <p:txBody>
          <a:bodyPr tIns="0"/>
          <a:lstStyle>
            <a:lvl1pPr marL="227013" indent="-227013">
              <a:tabLst/>
              <a:defRPr sz="1600"/>
            </a:lvl1pPr>
            <a:lvl2pPr marL="319088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423BF37D-33AD-FA0E-F780-FA80F0FF122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75588" y="3553657"/>
            <a:ext cx="2628900" cy="504000"/>
          </a:xfrm>
        </p:spPr>
        <p:txBody>
          <a:bodyPr bIns="0" anchor="b" anchorCtr="0"/>
          <a:lstStyle>
            <a:lvl1pPr marL="0" indent="0">
              <a:lnSpc>
                <a:spcPct val="90000"/>
              </a:lnSpc>
              <a:spcBef>
                <a:spcPts val="600"/>
              </a:spcBef>
              <a:buFontTx/>
              <a:buNone/>
              <a:defRPr sz="1800"/>
            </a:lvl1pPr>
            <a:lvl2pPr marL="319088" indent="0">
              <a:buNone/>
              <a:defRPr/>
            </a:lvl2pPr>
          </a:lstStyle>
          <a:p>
            <a:pPr lvl="0"/>
            <a:r>
              <a:rPr lang="en-US" dirty="0"/>
              <a:t>Click to add sub title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C4B30F2E-4D76-6C9D-B4D1-3247E27E21A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975588" y="4182315"/>
            <a:ext cx="2628900" cy="2091486"/>
          </a:xfrm>
        </p:spPr>
        <p:txBody>
          <a:bodyPr tIns="0"/>
          <a:lstStyle>
            <a:lvl1pPr marL="227013" indent="-227013">
              <a:tabLst/>
              <a:defRPr sz="1600"/>
            </a:lvl1pPr>
            <a:lvl2pPr marL="319088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3F53803-0865-F102-09D3-4F0E9ABA7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8379" y="162315"/>
            <a:ext cx="3600" cy="3600"/>
          </a:xfrm>
          <a:prstGeom prst="rightArrow">
            <a:avLst>
              <a:gd name="adj1" fmla="val 50000"/>
              <a:gd name="adj2" fmla="val 13944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8" name="!!L4 STRICTLY CONFIDENTIAL" hidden="1">
            <a:extLst>
              <a:ext uri="{FF2B5EF4-FFF2-40B4-BE49-F238E27FC236}">
                <a16:creationId xmlns:a16="http://schemas.microsoft.com/office/drawing/2014/main" id="{E23F69C1-4BFE-4551-BABC-F7C58D74DC05}"/>
              </a:ext>
            </a:extLst>
          </p:cNvPr>
          <p:cNvSpPr txBox="1"/>
          <p:nvPr userDrawn="1"/>
        </p:nvSpPr>
        <p:spPr>
          <a:xfrm>
            <a:off x="3060807" y="6452633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9" name="!!L3 CONFIDENTIAL" hidden="1">
            <a:extLst>
              <a:ext uri="{FF2B5EF4-FFF2-40B4-BE49-F238E27FC236}">
                <a16:creationId xmlns:a16="http://schemas.microsoft.com/office/drawing/2014/main" id="{62C0464C-4043-9308-A695-9A3A1F29A46D}"/>
              </a:ext>
            </a:extLst>
          </p:cNvPr>
          <p:cNvSpPr txBox="1"/>
          <p:nvPr userDrawn="1"/>
        </p:nvSpPr>
        <p:spPr>
          <a:xfrm>
            <a:off x="3060807" y="6452633"/>
            <a:ext cx="1185861" cy="216000"/>
          </a:xfrm>
          <a:prstGeom prst="rect">
            <a:avLst/>
          </a:prstGeom>
          <a:solidFill>
            <a:schemeClr val="accent2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0" name="!!L2 INTERNAL USE">
            <a:extLst>
              <a:ext uri="{FF2B5EF4-FFF2-40B4-BE49-F238E27FC236}">
                <a16:creationId xmlns:a16="http://schemas.microsoft.com/office/drawing/2014/main" id="{92D03892-5EC2-65C2-5BF4-0E8261B97B68}"/>
              </a:ext>
            </a:extLst>
          </p:cNvPr>
          <p:cNvSpPr txBox="1"/>
          <p:nvPr userDrawn="1"/>
        </p:nvSpPr>
        <p:spPr>
          <a:xfrm>
            <a:off x="3063515" y="6530589"/>
            <a:ext cx="1856960" cy="162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tx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08621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4 Content - Title &amp; text - Img. Righ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486FBF-2635-2173-57D6-DC80A625BEAF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87375" y="1304926"/>
            <a:ext cx="5085583" cy="496887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14F9F6F9-A00A-53ED-398F-E677C4FB1F1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0"/>
            <a:ext cx="6096000" cy="6858000"/>
          </a:xfrm>
          <a:solidFill>
            <a:schemeClr val="bg1">
              <a:lumMod val="85000"/>
            </a:schemeClr>
          </a:solidFill>
        </p:spPr>
        <p:txBody>
          <a:bodyPr tIns="864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90A6AC5-6696-02B4-687D-86F0602B8E9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5330C6C-A0CC-8F63-C0DC-6C272D3CFAD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F1CDB3B-0415-3DCA-E647-8859E5A7F2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376" y="6445779"/>
            <a:ext cx="2036082" cy="22264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920BD58-5F9B-978B-7C4D-02AB7D3EEB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4" y="274818"/>
            <a:ext cx="5085583" cy="97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!!Arrow left">
            <a:extLst>
              <a:ext uri="{FF2B5EF4-FFF2-40B4-BE49-F238E27FC236}">
                <a16:creationId xmlns:a16="http://schemas.microsoft.com/office/drawing/2014/main" id="{539A4A94-52A3-655C-3219-A62172A6F4B8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0" y="152130"/>
            <a:ext cx="403200" cy="805481"/>
          </a:xfrm>
          <a:prstGeom prst="leftArrow">
            <a:avLst>
              <a:gd name="adj1" fmla="val 100000"/>
              <a:gd name="adj2" fmla="val 132558"/>
            </a:avLst>
          </a:prstGeom>
          <a:solidFill>
            <a:srgbClr val="113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517E3839-3A69-9F09-0FFB-6064B5CF76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66583" y="206373"/>
            <a:ext cx="3600" cy="3600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9" name="!!L4 STRICTLY CONFIDENTIAL" hidden="1">
            <a:extLst>
              <a:ext uri="{FF2B5EF4-FFF2-40B4-BE49-F238E27FC236}">
                <a16:creationId xmlns:a16="http://schemas.microsoft.com/office/drawing/2014/main" id="{2B187B71-CECA-C3CE-CCCE-49E9FB5DD5A1}"/>
              </a:ext>
            </a:extLst>
          </p:cNvPr>
          <p:cNvSpPr txBox="1"/>
          <p:nvPr userDrawn="1"/>
        </p:nvSpPr>
        <p:spPr>
          <a:xfrm>
            <a:off x="3060807" y="6452633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10" name="!!L3 CONFIDENTIAL" hidden="1">
            <a:extLst>
              <a:ext uri="{FF2B5EF4-FFF2-40B4-BE49-F238E27FC236}">
                <a16:creationId xmlns:a16="http://schemas.microsoft.com/office/drawing/2014/main" id="{42EF5312-F849-3842-73AA-377F45AF50A7}"/>
              </a:ext>
            </a:extLst>
          </p:cNvPr>
          <p:cNvSpPr txBox="1"/>
          <p:nvPr userDrawn="1"/>
        </p:nvSpPr>
        <p:spPr>
          <a:xfrm>
            <a:off x="3060807" y="6452633"/>
            <a:ext cx="1185861" cy="216000"/>
          </a:xfrm>
          <a:prstGeom prst="rect">
            <a:avLst/>
          </a:prstGeom>
          <a:solidFill>
            <a:schemeClr val="accent2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1" name="!!L2 INTERNAL USE">
            <a:extLst>
              <a:ext uri="{FF2B5EF4-FFF2-40B4-BE49-F238E27FC236}">
                <a16:creationId xmlns:a16="http://schemas.microsoft.com/office/drawing/2014/main" id="{592A9B71-DB4D-0E52-05EC-B5FB1FEE2DC4}"/>
              </a:ext>
            </a:extLst>
          </p:cNvPr>
          <p:cNvSpPr txBox="1"/>
          <p:nvPr userDrawn="1"/>
        </p:nvSpPr>
        <p:spPr>
          <a:xfrm>
            <a:off x="3063515" y="6530589"/>
            <a:ext cx="1856960" cy="162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tx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253908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7673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5 Content - Title &amp; text - Img. Righ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BE5B26-7A35-A8C7-3053-06D0E8D7A82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87375" y="1304925"/>
            <a:ext cx="7876660" cy="496887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14F9F6F9-A00A-53ED-398F-E677C4FB1F1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813545" y="0"/>
            <a:ext cx="3378454" cy="6858000"/>
          </a:xfrm>
          <a:solidFill>
            <a:schemeClr val="bg1">
              <a:lumMod val="85000"/>
            </a:schemeClr>
          </a:solidFill>
        </p:spPr>
        <p:txBody>
          <a:bodyPr tIns="864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13CAF84-4500-3076-3DF4-6DDAA75D49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71177" y="174030"/>
            <a:ext cx="36000" cy="36000"/>
          </a:xfrm>
          <a:prstGeom prst="rightArrow">
            <a:avLst>
              <a:gd name="adj1" fmla="val 50000"/>
              <a:gd name="adj2" fmla="val 13944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E01D2B37-8587-B99A-08CB-525EEF807A6F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93425" y="6907716"/>
            <a:ext cx="36000" cy="5589"/>
          </a:xfrm>
          <a:blipFill dpi="0" rotWithShape="1">
            <a:blip r:embed="rId2">
              <a:alphaModFix amt="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90A6AC5-6696-02B4-687D-86F0602B8E9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5330C6C-A0CC-8F63-C0DC-6C272D3CFAD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BF40FD3-8DB8-9B37-8FB2-C2401ED5BB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277165"/>
            <a:ext cx="7876661" cy="9720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!!Arrow left">
            <a:extLst>
              <a:ext uri="{FF2B5EF4-FFF2-40B4-BE49-F238E27FC236}">
                <a16:creationId xmlns:a16="http://schemas.microsoft.com/office/drawing/2014/main" id="{66C1AD6E-D412-E29D-9793-5F18D24BE531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0" y="152130"/>
            <a:ext cx="403200" cy="805481"/>
          </a:xfrm>
          <a:prstGeom prst="leftArrow">
            <a:avLst>
              <a:gd name="adj1" fmla="val 100000"/>
              <a:gd name="adj2" fmla="val 132558"/>
            </a:avLst>
          </a:prstGeom>
          <a:solidFill>
            <a:srgbClr val="113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29DA0DF-60E2-3C65-3C31-0F16F4548E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7376" y="6445779"/>
            <a:ext cx="2036082" cy="222641"/>
          </a:xfrm>
          <a:prstGeom prst="rect">
            <a:avLst/>
          </a:prstGeom>
        </p:spPr>
      </p:pic>
      <p:sp>
        <p:nvSpPr>
          <p:cNvPr id="9" name="!!L4 STRICTLY CONFIDENTIAL" hidden="1">
            <a:extLst>
              <a:ext uri="{FF2B5EF4-FFF2-40B4-BE49-F238E27FC236}">
                <a16:creationId xmlns:a16="http://schemas.microsoft.com/office/drawing/2014/main" id="{CD4FC960-0976-FCEF-C714-B852CA932E5B}"/>
              </a:ext>
            </a:extLst>
          </p:cNvPr>
          <p:cNvSpPr txBox="1"/>
          <p:nvPr userDrawn="1"/>
        </p:nvSpPr>
        <p:spPr>
          <a:xfrm>
            <a:off x="3060807" y="6452633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10" name="!!L3 CONFIDENTIAL" hidden="1">
            <a:extLst>
              <a:ext uri="{FF2B5EF4-FFF2-40B4-BE49-F238E27FC236}">
                <a16:creationId xmlns:a16="http://schemas.microsoft.com/office/drawing/2014/main" id="{19B0F7F2-54F4-3B06-C968-013DA23577B4}"/>
              </a:ext>
            </a:extLst>
          </p:cNvPr>
          <p:cNvSpPr txBox="1"/>
          <p:nvPr userDrawn="1"/>
        </p:nvSpPr>
        <p:spPr>
          <a:xfrm>
            <a:off x="3060807" y="6452633"/>
            <a:ext cx="1185861" cy="216000"/>
          </a:xfrm>
          <a:prstGeom prst="rect">
            <a:avLst/>
          </a:prstGeom>
          <a:solidFill>
            <a:schemeClr val="accent2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1" name="!!L2 INTERNAL USE">
            <a:extLst>
              <a:ext uri="{FF2B5EF4-FFF2-40B4-BE49-F238E27FC236}">
                <a16:creationId xmlns:a16="http://schemas.microsoft.com/office/drawing/2014/main" id="{85D2CBB6-816A-7A17-28FF-D7E792FD6DE0}"/>
              </a:ext>
            </a:extLst>
          </p:cNvPr>
          <p:cNvSpPr txBox="1"/>
          <p:nvPr userDrawn="1"/>
        </p:nvSpPr>
        <p:spPr>
          <a:xfrm>
            <a:off x="3063515" y="6530589"/>
            <a:ext cx="1856960" cy="162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tx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016986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556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6 Content - Title only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BE3BC-81B3-E530-1E0F-0C26B5AFD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DFC8-1BC3-43DA-BCD5-916305E849D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E3A3C9-C608-2087-F225-C2794EF0DD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E78CF30-4C17-56D3-EB40-E42B4A1937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53791" y="175182"/>
            <a:ext cx="3600" cy="3600"/>
          </a:xfrm>
          <a:prstGeom prst="rightArrow">
            <a:avLst>
              <a:gd name="adj1" fmla="val 50000"/>
              <a:gd name="adj2" fmla="val 13944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4" name="!!Arrow left">
            <a:extLst>
              <a:ext uri="{FF2B5EF4-FFF2-40B4-BE49-F238E27FC236}">
                <a16:creationId xmlns:a16="http://schemas.microsoft.com/office/drawing/2014/main" id="{2194B199-CC10-5CED-FC25-F0273627C06D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0" y="152130"/>
            <a:ext cx="403200" cy="805481"/>
          </a:xfrm>
          <a:prstGeom prst="leftArrow">
            <a:avLst>
              <a:gd name="adj1" fmla="val 100000"/>
              <a:gd name="adj2" fmla="val 132558"/>
            </a:avLst>
          </a:prstGeom>
          <a:solidFill>
            <a:srgbClr val="113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342D48E-5C82-E8B1-A802-71C25BA3C7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376" y="6445779"/>
            <a:ext cx="2036082" cy="222641"/>
          </a:xfrm>
          <a:prstGeom prst="rect">
            <a:avLst/>
          </a:prstGeom>
        </p:spPr>
      </p:pic>
      <p:sp>
        <p:nvSpPr>
          <p:cNvPr id="11" name="!!L4 STRICTLY CONFIDENTIAL" hidden="1">
            <a:extLst>
              <a:ext uri="{FF2B5EF4-FFF2-40B4-BE49-F238E27FC236}">
                <a16:creationId xmlns:a16="http://schemas.microsoft.com/office/drawing/2014/main" id="{D12B40DE-D921-09B9-EF20-6994A13B57E4}"/>
              </a:ext>
            </a:extLst>
          </p:cNvPr>
          <p:cNvSpPr txBox="1"/>
          <p:nvPr userDrawn="1"/>
        </p:nvSpPr>
        <p:spPr>
          <a:xfrm>
            <a:off x="3060807" y="6452633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12" name="!!L3 CONFIDENTIAL" hidden="1">
            <a:extLst>
              <a:ext uri="{FF2B5EF4-FFF2-40B4-BE49-F238E27FC236}">
                <a16:creationId xmlns:a16="http://schemas.microsoft.com/office/drawing/2014/main" id="{3B7C056B-15C0-7DCB-9D09-D378F268710B}"/>
              </a:ext>
            </a:extLst>
          </p:cNvPr>
          <p:cNvSpPr txBox="1"/>
          <p:nvPr userDrawn="1"/>
        </p:nvSpPr>
        <p:spPr>
          <a:xfrm>
            <a:off x="3060807" y="6452633"/>
            <a:ext cx="1185861" cy="216000"/>
          </a:xfrm>
          <a:prstGeom prst="rect">
            <a:avLst/>
          </a:prstGeom>
          <a:solidFill>
            <a:schemeClr val="accent2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3" name="!!L2 INTERNAL USE">
            <a:extLst>
              <a:ext uri="{FF2B5EF4-FFF2-40B4-BE49-F238E27FC236}">
                <a16:creationId xmlns:a16="http://schemas.microsoft.com/office/drawing/2014/main" id="{A1303B3D-F62D-1F77-45DA-E99C1736F27B}"/>
              </a:ext>
            </a:extLst>
          </p:cNvPr>
          <p:cNvSpPr txBox="1"/>
          <p:nvPr userDrawn="1"/>
        </p:nvSpPr>
        <p:spPr>
          <a:xfrm>
            <a:off x="3063515" y="6530589"/>
            <a:ext cx="1856960" cy="162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tx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721651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556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6 B Content - Title with full 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5F1905B3-E9B3-17C9-22C1-765A8103A77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B9022FDC-3033-1A72-FC20-9C3D0D8163C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7376" y="6445220"/>
            <a:ext cx="2037600" cy="2232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Tx/>
              <a:buNone/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BE3BC-81B3-E530-1E0F-0C26B5AFD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DFC8-1BC3-43DA-BCD5-916305E849D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E3A3C9-C608-2087-F225-C2794EF0DD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4515CF0-7800-E77B-14C1-DCEC16C54A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403200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2788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556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7 Content - 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DFC8-1BC3-43DA-BCD5-916305E849D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E3A3C9-C608-2087-F225-C2794EF0DD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C4BCDD-5E28-070A-0B02-487AE520A0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376" y="6445779"/>
            <a:ext cx="2036082" cy="222641"/>
          </a:xfrm>
          <a:prstGeom prst="rect">
            <a:avLst/>
          </a:prstGeom>
        </p:spPr>
      </p:pic>
      <p:sp>
        <p:nvSpPr>
          <p:cNvPr id="3" name="!!L4 STRICTLY CONFIDENTIAL" hidden="1">
            <a:extLst>
              <a:ext uri="{FF2B5EF4-FFF2-40B4-BE49-F238E27FC236}">
                <a16:creationId xmlns:a16="http://schemas.microsoft.com/office/drawing/2014/main" id="{24215369-5E4F-AA90-8132-4C072F5FE77E}"/>
              </a:ext>
            </a:extLst>
          </p:cNvPr>
          <p:cNvSpPr txBox="1"/>
          <p:nvPr userDrawn="1"/>
        </p:nvSpPr>
        <p:spPr>
          <a:xfrm>
            <a:off x="3060807" y="6452633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5" name="!!L3 CONFIDENTIAL" hidden="1">
            <a:extLst>
              <a:ext uri="{FF2B5EF4-FFF2-40B4-BE49-F238E27FC236}">
                <a16:creationId xmlns:a16="http://schemas.microsoft.com/office/drawing/2014/main" id="{83F74395-0F8F-8836-E3AE-F7867A4DBEBA}"/>
              </a:ext>
            </a:extLst>
          </p:cNvPr>
          <p:cNvSpPr txBox="1"/>
          <p:nvPr userDrawn="1"/>
        </p:nvSpPr>
        <p:spPr>
          <a:xfrm>
            <a:off x="3060807" y="6452633"/>
            <a:ext cx="1185861" cy="216000"/>
          </a:xfrm>
          <a:prstGeom prst="rect">
            <a:avLst/>
          </a:prstGeom>
          <a:solidFill>
            <a:schemeClr val="accent2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6" name="!!L2 INTERNAL USE">
            <a:extLst>
              <a:ext uri="{FF2B5EF4-FFF2-40B4-BE49-F238E27FC236}">
                <a16:creationId xmlns:a16="http://schemas.microsoft.com/office/drawing/2014/main" id="{5E9ED528-2CBA-C01C-57C6-F31160DFDB34}"/>
              </a:ext>
            </a:extLst>
          </p:cNvPr>
          <p:cNvSpPr txBox="1"/>
          <p:nvPr userDrawn="1"/>
        </p:nvSpPr>
        <p:spPr>
          <a:xfrm>
            <a:off x="3063515" y="6530589"/>
            <a:ext cx="1856960" cy="162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tx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676236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8 Content - Blank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L4 STRICTLY CONFIDENTIAL" hidden="1">
            <a:extLst>
              <a:ext uri="{FF2B5EF4-FFF2-40B4-BE49-F238E27FC236}">
                <a16:creationId xmlns:a16="http://schemas.microsoft.com/office/drawing/2014/main" id="{D9CAFEAC-4C2E-EF3E-421F-90DA84C46E8E}"/>
              </a:ext>
            </a:extLst>
          </p:cNvPr>
          <p:cNvSpPr txBox="1"/>
          <p:nvPr userDrawn="1"/>
        </p:nvSpPr>
        <p:spPr>
          <a:xfrm>
            <a:off x="3060807" y="6452633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4" name="!!L3 CONFIDENTIAL" hidden="1">
            <a:extLst>
              <a:ext uri="{FF2B5EF4-FFF2-40B4-BE49-F238E27FC236}">
                <a16:creationId xmlns:a16="http://schemas.microsoft.com/office/drawing/2014/main" id="{7107D9AB-2D0D-4BB3-9475-213C3DFC7799}"/>
              </a:ext>
            </a:extLst>
          </p:cNvPr>
          <p:cNvSpPr txBox="1"/>
          <p:nvPr userDrawn="1"/>
        </p:nvSpPr>
        <p:spPr>
          <a:xfrm>
            <a:off x="3060807" y="6452633"/>
            <a:ext cx="1185861" cy="216000"/>
          </a:xfrm>
          <a:prstGeom prst="rect">
            <a:avLst/>
          </a:prstGeom>
          <a:solidFill>
            <a:schemeClr val="accent2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5" name="!!L2 INTERNAL USE">
            <a:extLst>
              <a:ext uri="{FF2B5EF4-FFF2-40B4-BE49-F238E27FC236}">
                <a16:creationId xmlns:a16="http://schemas.microsoft.com/office/drawing/2014/main" id="{B32906B4-BF1F-377A-E0F6-220F7519C7B7}"/>
              </a:ext>
            </a:extLst>
          </p:cNvPr>
          <p:cNvSpPr txBox="1"/>
          <p:nvPr userDrawn="1"/>
        </p:nvSpPr>
        <p:spPr>
          <a:xfrm>
            <a:off x="3063515" y="6530589"/>
            <a:ext cx="1856960" cy="162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tx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591379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Agenda/Chapter - Solid Blue &amp; Diamon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F8333E-C594-1BBA-0A53-25C3A2DCB67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lang="sv-SE" dirty="0" err="1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2C8C4B-C177-89CF-685B-CF45D9C32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1711" b="21415"/>
          <a:stretch>
            <a:fillRect/>
          </a:stretch>
        </p:blipFill>
        <p:spPr>
          <a:xfrm>
            <a:off x="5370416" y="0"/>
            <a:ext cx="6821584" cy="6858000"/>
          </a:xfrm>
          <a:custGeom>
            <a:avLst/>
            <a:gdLst>
              <a:gd name="connsiteX0" fmla="*/ 0 w 6821584"/>
              <a:gd name="connsiteY0" fmla="*/ 0 h 6858000"/>
              <a:gd name="connsiteX1" fmla="*/ 6821584 w 6821584"/>
              <a:gd name="connsiteY1" fmla="*/ 0 h 6858000"/>
              <a:gd name="connsiteX2" fmla="*/ 6821584 w 6821584"/>
              <a:gd name="connsiteY2" fmla="*/ 6858000 h 6858000"/>
              <a:gd name="connsiteX3" fmla="*/ 0 w 682158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1584" h="6858000">
                <a:moveTo>
                  <a:pt x="0" y="0"/>
                </a:moveTo>
                <a:lnTo>
                  <a:pt x="6821584" y="0"/>
                </a:lnTo>
                <a:lnTo>
                  <a:pt x="682158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C204BBA-1CD3-A57C-5B4E-56E0E758D6A5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7" r="27"/>
          <a:stretch/>
        </p:blipFill>
        <p:spPr>
          <a:xfrm rot="5400000">
            <a:off x="922879" y="267149"/>
            <a:ext cx="669600" cy="1340607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©︎ TDK Corporation | Department | Document title | Date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3673262F-56CB-7C61-67DD-4BC253A68C5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9F0274-A151-7013-A1AF-225D41EA0A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587375" y="1686081"/>
            <a:ext cx="11017250" cy="1189177"/>
          </a:xfrm>
        </p:spPr>
        <p:txBody>
          <a:bodyPr anchor="t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altLang="ja-JP" dirty="0"/>
              <a:t>Click to add Agenda or Chapter title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E9B77A0-ADBC-E105-1E23-9060631E159D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 bwMode="white">
          <a:xfrm>
            <a:off x="587374" y="2969496"/>
            <a:ext cx="11017250" cy="330430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540000" indent="-219600">
              <a:buFont typeface="Wingdings 3" panose="05040102010807070707" pitchFamily="18" charset="2"/>
              <a:buChar char="}"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072A88-CA53-D025-09DF-733307A9923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white">
          <a:xfrm>
            <a:off x="587376" y="6445779"/>
            <a:ext cx="2036082" cy="222641"/>
          </a:xfrm>
          <a:prstGeom prst="rect">
            <a:avLst/>
          </a:prstGeom>
        </p:spPr>
      </p:pic>
      <p:sp>
        <p:nvSpPr>
          <p:cNvPr id="8" name="!!L4 STRICTLY CONFIDENTIAL" hidden="1">
            <a:extLst>
              <a:ext uri="{FF2B5EF4-FFF2-40B4-BE49-F238E27FC236}">
                <a16:creationId xmlns:a16="http://schemas.microsoft.com/office/drawing/2014/main" id="{382EC215-65A6-191A-AAA6-61283E1FF979}"/>
              </a:ext>
            </a:extLst>
          </p:cNvPr>
          <p:cNvSpPr txBox="1"/>
          <p:nvPr userDrawn="1"/>
        </p:nvSpPr>
        <p:spPr>
          <a:xfrm>
            <a:off x="3060807" y="6452633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10" name="!!L3 CONFIDENTIAL" hidden="1">
            <a:extLst>
              <a:ext uri="{FF2B5EF4-FFF2-40B4-BE49-F238E27FC236}">
                <a16:creationId xmlns:a16="http://schemas.microsoft.com/office/drawing/2014/main" id="{18554EE5-9906-D577-EE2E-38BDB78427DA}"/>
              </a:ext>
            </a:extLst>
          </p:cNvPr>
          <p:cNvSpPr txBox="1"/>
          <p:nvPr userDrawn="1"/>
        </p:nvSpPr>
        <p:spPr>
          <a:xfrm>
            <a:off x="3060807" y="6452633"/>
            <a:ext cx="1185861" cy="2160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accent2"/>
                </a:solidFill>
              </a:rPr>
              <a:t>CONFIDENTIAL</a:t>
            </a:r>
          </a:p>
        </p:txBody>
      </p:sp>
      <p:sp>
        <p:nvSpPr>
          <p:cNvPr id="11" name="!!L2 INTERNAL USE">
            <a:extLst>
              <a:ext uri="{FF2B5EF4-FFF2-40B4-BE49-F238E27FC236}">
                <a16:creationId xmlns:a16="http://schemas.microsoft.com/office/drawing/2014/main" id="{D3F13DB1-CB2C-64AB-4C34-D183E468F98C}"/>
              </a:ext>
            </a:extLst>
          </p:cNvPr>
          <p:cNvSpPr txBox="1"/>
          <p:nvPr userDrawn="1"/>
        </p:nvSpPr>
        <p:spPr>
          <a:xfrm>
            <a:off x="3063515" y="6530589"/>
            <a:ext cx="1856960" cy="162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748330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2_Agenda/Chapter - Blue &amp; Diamon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E9677CFB-51D5-0D70-32F2-F15D51A273E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0000">
                <a:srgbClr val="106FFF"/>
              </a:gs>
              <a:gs pos="17000">
                <a:schemeClr val="accent2"/>
              </a:gs>
              <a:gs pos="35000">
                <a:srgbClr val="2230FE"/>
              </a:gs>
              <a:gs pos="0">
                <a:srgbClr val="0046AD"/>
              </a:gs>
              <a:gs pos="95000">
                <a:srgbClr val="2DC1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27DCDF-039B-CECF-1431-5D39BA9889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1711" b="21415"/>
          <a:stretch>
            <a:fillRect/>
          </a:stretch>
        </p:blipFill>
        <p:spPr>
          <a:xfrm>
            <a:off x="5370416" y="0"/>
            <a:ext cx="6821584" cy="6858000"/>
          </a:xfrm>
          <a:custGeom>
            <a:avLst/>
            <a:gdLst>
              <a:gd name="connsiteX0" fmla="*/ 0 w 6821584"/>
              <a:gd name="connsiteY0" fmla="*/ 0 h 6858000"/>
              <a:gd name="connsiteX1" fmla="*/ 6821584 w 6821584"/>
              <a:gd name="connsiteY1" fmla="*/ 0 h 6858000"/>
              <a:gd name="connsiteX2" fmla="*/ 6821584 w 6821584"/>
              <a:gd name="connsiteY2" fmla="*/ 6858000 h 6858000"/>
              <a:gd name="connsiteX3" fmla="*/ 0 w 682158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1584" h="6858000">
                <a:moveTo>
                  <a:pt x="0" y="0"/>
                </a:moveTo>
                <a:lnTo>
                  <a:pt x="6821584" y="0"/>
                </a:lnTo>
                <a:lnTo>
                  <a:pt x="682158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©︎ TDK Corporation | Department | Document title | Date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8D9DDD26-2AF8-B1CA-3A74-883983087A6E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7" r="27"/>
          <a:stretch/>
        </p:blipFill>
        <p:spPr>
          <a:xfrm rot="5400000">
            <a:off x="922879" y="267149"/>
            <a:ext cx="669600" cy="134060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F92C281-AEE0-8ABD-58CA-0A43CF9686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587375" y="1686081"/>
            <a:ext cx="11017250" cy="1189177"/>
          </a:xfrm>
        </p:spPr>
        <p:txBody>
          <a:bodyPr anchor="t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altLang="ja-JP" dirty="0"/>
              <a:t>Click to add Agenda or Chapter title</a:t>
            </a:r>
            <a:endParaRPr lang="en-US" dirty="0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FEA8E885-9BA5-9F07-A15A-22C0D60D74D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C82CA31-F85A-5D65-9AE8-DE2955F508F1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white">
          <a:xfrm>
            <a:off x="587374" y="2969497"/>
            <a:ext cx="11017249" cy="3304303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 marL="540000" indent="-219600">
              <a:buFont typeface="Wingdings 3" panose="05040102010807070707" pitchFamily="18" charset="2"/>
              <a:buChar char="}"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F32B4A0-6F6E-EC73-6093-A83B1E6E8DD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white">
          <a:xfrm>
            <a:off x="587376" y="6445779"/>
            <a:ext cx="2036082" cy="222641"/>
          </a:xfrm>
          <a:prstGeom prst="rect">
            <a:avLst/>
          </a:prstGeom>
        </p:spPr>
      </p:pic>
      <p:sp>
        <p:nvSpPr>
          <p:cNvPr id="7" name="!!L4 STRICTLY CONFIDENTIAL" hidden="1">
            <a:extLst>
              <a:ext uri="{FF2B5EF4-FFF2-40B4-BE49-F238E27FC236}">
                <a16:creationId xmlns:a16="http://schemas.microsoft.com/office/drawing/2014/main" id="{7945A110-3603-B0B4-DE4E-946CCF648749}"/>
              </a:ext>
            </a:extLst>
          </p:cNvPr>
          <p:cNvSpPr txBox="1"/>
          <p:nvPr userDrawn="1"/>
        </p:nvSpPr>
        <p:spPr>
          <a:xfrm>
            <a:off x="3060807" y="6452633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9" name="!!L3 CONFIDENTIAL" hidden="1">
            <a:extLst>
              <a:ext uri="{FF2B5EF4-FFF2-40B4-BE49-F238E27FC236}">
                <a16:creationId xmlns:a16="http://schemas.microsoft.com/office/drawing/2014/main" id="{56117B61-B17F-C519-69A3-4FB77F0E7534}"/>
              </a:ext>
            </a:extLst>
          </p:cNvPr>
          <p:cNvSpPr txBox="1"/>
          <p:nvPr userDrawn="1"/>
        </p:nvSpPr>
        <p:spPr>
          <a:xfrm>
            <a:off x="3060807" y="6452633"/>
            <a:ext cx="1185861" cy="2160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accent2"/>
                </a:solidFill>
              </a:rPr>
              <a:t>CONFIDENTIAL</a:t>
            </a:r>
          </a:p>
        </p:txBody>
      </p:sp>
      <p:sp>
        <p:nvSpPr>
          <p:cNvPr id="10" name="!!L2 INTERNAL USE">
            <a:extLst>
              <a:ext uri="{FF2B5EF4-FFF2-40B4-BE49-F238E27FC236}">
                <a16:creationId xmlns:a16="http://schemas.microsoft.com/office/drawing/2014/main" id="{AE45E287-0A30-02E0-B169-55D45FF1AE3F}"/>
              </a:ext>
            </a:extLst>
          </p:cNvPr>
          <p:cNvSpPr txBox="1"/>
          <p:nvPr userDrawn="1"/>
        </p:nvSpPr>
        <p:spPr>
          <a:xfrm>
            <a:off x="3063515" y="6530589"/>
            <a:ext cx="1856960" cy="162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1413865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3_Agenda/Chapter - Purple &amp; Diamond">
    <p:bg bwMode="gray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63BAF950-7AE4-6A33-1494-17189628D23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25">
                <a:schemeClr val="accent2"/>
              </a:gs>
              <a:gs pos="15000">
                <a:schemeClr val="accent2"/>
              </a:gs>
              <a:gs pos="0">
                <a:srgbClr val="0046AD"/>
              </a:gs>
              <a:gs pos="95000">
                <a:srgbClr val="C919F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70AA8E-50D7-D377-BCF9-EDB061E8E5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1711" b="21415"/>
          <a:stretch>
            <a:fillRect/>
          </a:stretch>
        </p:blipFill>
        <p:spPr>
          <a:xfrm>
            <a:off x="5370416" y="0"/>
            <a:ext cx="6821584" cy="6858000"/>
          </a:xfrm>
          <a:custGeom>
            <a:avLst/>
            <a:gdLst>
              <a:gd name="connsiteX0" fmla="*/ 0 w 6821584"/>
              <a:gd name="connsiteY0" fmla="*/ 0 h 6858000"/>
              <a:gd name="connsiteX1" fmla="*/ 6821584 w 6821584"/>
              <a:gd name="connsiteY1" fmla="*/ 0 h 6858000"/>
              <a:gd name="connsiteX2" fmla="*/ 6821584 w 6821584"/>
              <a:gd name="connsiteY2" fmla="*/ 6858000 h 6858000"/>
              <a:gd name="connsiteX3" fmla="*/ 0 w 682158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1584" h="6858000">
                <a:moveTo>
                  <a:pt x="0" y="0"/>
                </a:moveTo>
                <a:lnTo>
                  <a:pt x="6821584" y="0"/>
                </a:lnTo>
                <a:lnTo>
                  <a:pt x="682158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C204BBA-1CD3-A57C-5B4E-56E0E758D6A5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7" r="27"/>
          <a:stretch/>
        </p:blipFill>
        <p:spPr>
          <a:xfrm rot="5400000">
            <a:off x="922879" y="267149"/>
            <a:ext cx="669600" cy="1340607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10">
            <a:extLst>
              <a:ext uri="{FF2B5EF4-FFF2-40B4-BE49-F238E27FC236}">
                <a16:creationId xmlns:a16="http://schemas.microsoft.com/office/drawing/2014/main" id="{3673262F-56CB-7C61-67DD-4BC253A68C5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 bwMode="white">
          <a:xfrm>
            <a:off x="543572" y="6405163"/>
            <a:ext cx="2117496" cy="27574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519EC61-A36E-0FE0-998D-F5EF794691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587375" y="1686081"/>
            <a:ext cx="11017250" cy="1189177"/>
          </a:xfrm>
        </p:spPr>
        <p:txBody>
          <a:bodyPr anchor="t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altLang="ja-JP" dirty="0"/>
              <a:t>Click to add Agenda or Chapter title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0B7DCB6-E060-15C4-354C-47F22CBDE51C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 bwMode="white">
          <a:xfrm>
            <a:off x="587374" y="2969496"/>
            <a:ext cx="11017250" cy="330430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 marL="540000" indent="-219600">
              <a:buFont typeface="Wingdings 3" panose="05040102010807070707" pitchFamily="18" charset="2"/>
              <a:buChar char="}"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90B976F-5A09-58F0-677B-E2EE3FA97A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white">
          <a:xfrm>
            <a:off x="587376" y="6445779"/>
            <a:ext cx="2036082" cy="222641"/>
          </a:xfrm>
          <a:prstGeom prst="rect">
            <a:avLst/>
          </a:prstGeom>
        </p:spPr>
      </p:pic>
      <p:sp>
        <p:nvSpPr>
          <p:cNvPr id="7" name="!!L4 STRICTLY CONFIDENTIAL" hidden="1">
            <a:extLst>
              <a:ext uri="{FF2B5EF4-FFF2-40B4-BE49-F238E27FC236}">
                <a16:creationId xmlns:a16="http://schemas.microsoft.com/office/drawing/2014/main" id="{246D26A5-29D2-19D2-1CDB-26CA76DD5134}"/>
              </a:ext>
            </a:extLst>
          </p:cNvPr>
          <p:cNvSpPr txBox="1"/>
          <p:nvPr userDrawn="1"/>
        </p:nvSpPr>
        <p:spPr>
          <a:xfrm>
            <a:off x="3060807" y="6452633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10" name="!!L3 CONFIDENTIAL" hidden="1">
            <a:extLst>
              <a:ext uri="{FF2B5EF4-FFF2-40B4-BE49-F238E27FC236}">
                <a16:creationId xmlns:a16="http://schemas.microsoft.com/office/drawing/2014/main" id="{9A1E752B-92B0-3F48-DF2F-72662B9BAD9A}"/>
              </a:ext>
            </a:extLst>
          </p:cNvPr>
          <p:cNvSpPr txBox="1"/>
          <p:nvPr userDrawn="1"/>
        </p:nvSpPr>
        <p:spPr>
          <a:xfrm>
            <a:off x="3060807" y="6452633"/>
            <a:ext cx="1185861" cy="2160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accent2"/>
                </a:solidFill>
              </a:rPr>
              <a:t>CONFIDENTIAL</a:t>
            </a:r>
          </a:p>
        </p:txBody>
      </p:sp>
      <p:sp>
        <p:nvSpPr>
          <p:cNvPr id="11" name="!!L2 INTERNAL USE">
            <a:extLst>
              <a:ext uri="{FF2B5EF4-FFF2-40B4-BE49-F238E27FC236}">
                <a16:creationId xmlns:a16="http://schemas.microsoft.com/office/drawing/2014/main" id="{5C0ADD2E-A907-AAD2-B1E3-D38398F4FB51}"/>
              </a:ext>
            </a:extLst>
          </p:cNvPr>
          <p:cNvSpPr txBox="1"/>
          <p:nvPr userDrawn="1"/>
        </p:nvSpPr>
        <p:spPr>
          <a:xfrm>
            <a:off x="3063515" y="6530589"/>
            <a:ext cx="1856960" cy="162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6581196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4_Agenda/Chapter - Green &amp; Diamond">
    <p:bg bwMode="gray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8D349F01-9CA2-2039-D797-57C93FE4E19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7000">
                <a:srgbClr val="095DFF"/>
              </a:gs>
              <a:gs pos="55000">
                <a:srgbClr val="0087FF"/>
              </a:gs>
              <a:gs pos="15000">
                <a:srgbClr val="2230FE"/>
              </a:gs>
              <a:gs pos="0">
                <a:srgbClr val="0046AD"/>
              </a:gs>
              <a:gs pos="95000">
                <a:srgbClr val="26DE7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210B0A-EEC5-46EE-D174-7A304B1EC2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31711" b="21415"/>
          <a:stretch>
            <a:fillRect/>
          </a:stretch>
        </p:blipFill>
        <p:spPr>
          <a:xfrm>
            <a:off x="5370416" y="0"/>
            <a:ext cx="6821584" cy="6858000"/>
          </a:xfrm>
          <a:custGeom>
            <a:avLst/>
            <a:gdLst>
              <a:gd name="connsiteX0" fmla="*/ 0 w 6821584"/>
              <a:gd name="connsiteY0" fmla="*/ 0 h 6858000"/>
              <a:gd name="connsiteX1" fmla="*/ 6821584 w 6821584"/>
              <a:gd name="connsiteY1" fmla="*/ 0 h 6858000"/>
              <a:gd name="connsiteX2" fmla="*/ 6821584 w 6821584"/>
              <a:gd name="connsiteY2" fmla="*/ 6858000 h 6858000"/>
              <a:gd name="connsiteX3" fmla="*/ 0 w 682158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1584" h="6858000">
                <a:moveTo>
                  <a:pt x="0" y="0"/>
                </a:moveTo>
                <a:lnTo>
                  <a:pt x="6821584" y="0"/>
                </a:lnTo>
                <a:lnTo>
                  <a:pt x="682158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| Department | Document title | Date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7F5C7C94-6DD8-C036-FBC0-74DD6E8395C7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7" r="27"/>
          <a:stretch/>
        </p:blipFill>
        <p:spPr>
          <a:xfrm rot="5400000">
            <a:off x="922879" y="267149"/>
            <a:ext cx="669600" cy="1340607"/>
          </a:xfrm>
          <a:prstGeom prst="rect">
            <a:avLst/>
          </a:prstGeom>
        </p:spPr>
      </p:pic>
      <p:pic>
        <p:nvPicPr>
          <p:cNvPr id="5" name="Picture 10">
            <a:extLst>
              <a:ext uri="{FF2B5EF4-FFF2-40B4-BE49-F238E27FC236}">
                <a16:creationId xmlns:a16="http://schemas.microsoft.com/office/drawing/2014/main" id="{9FC37F60-617F-1A21-42C9-9DB6208DD33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 bwMode="black">
          <a:xfrm>
            <a:off x="543572" y="6405163"/>
            <a:ext cx="2117496" cy="27574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B1ECEE-4DEC-636D-BC3C-A58153290D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587375" y="1686081"/>
            <a:ext cx="11017250" cy="1189177"/>
          </a:xfrm>
        </p:spPr>
        <p:txBody>
          <a:bodyPr anchor="t" anchorCtr="0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altLang="ja-JP" dirty="0"/>
              <a:t>Click to add Agenda or Chapter title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D76EB8A-792C-85CC-9302-FDA128F1D491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 bwMode="white">
          <a:xfrm>
            <a:off x="587374" y="2969496"/>
            <a:ext cx="11017250" cy="330430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116F84C-956F-D77E-4C80-F39668BB2AB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white">
          <a:xfrm>
            <a:off x="587376" y="6445779"/>
            <a:ext cx="2036082" cy="222641"/>
          </a:xfrm>
          <a:prstGeom prst="rect">
            <a:avLst/>
          </a:prstGeom>
        </p:spPr>
      </p:pic>
      <p:sp>
        <p:nvSpPr>
          <p:cNvPr id="9" name="!!L4 STRICTLY CONFIDENTIAL" hidden="1">
            <a:extLst>
              <a:ext uri="{FF2B5EF4-FFF2-40B4-BE49-F238E27FC236}">
                <a16:creationId xmlns:a16="http://schemas.microsoft.com/office/drawing/2014/main" id="{3467F718-C013-2C9A-2D74-A8CBADBA2AAB}"/>
              </a:ext>
            </a:extLst>
          </p:cNvPr>
          <p:cNvSpPr txBox="1"/>
          <p:nvPr userDrawn="1"/>
        </p:nvSpPr>
        <p:spPr>
          <a:xfrm>
            <a:off x="3060807" y="6452633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10" name="!!L3 CONFIDENTIAL" hidden="1">
            <a:extLst>
              <a:ext uri="{FF2B5EF4-FFF2-40B4-BE49-F238E27FC236}">
                <a16:creationId xmlns:a16="http://schemas.microsoft.com/office/drawing/2014/main" id="{12A71AD6-A6D0-1676-E74C-F3BA498AD7DB}"/>
              </a:ext>
            </a:extLst>
          </p:cNvPr>
          <p:cNvSpPr txBox="1"/>
          <p:nvPr userDrawn="1"/>
        </p:nvSpPr>
        <p:spPr>
          <a:xfrm>
            <a:off x="3060807" y="6452633"/>
            <a:ext cx="1185861" cy="2160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accent2"/>
                </a:solidFill>
              </a:rPr>
              <a:t>CONFIDENTIAL</a:t>
            </a:r>
          </a:p>
        </p:txBody>
      </p:sp>
      <p:sp>
        <p:nvSpPr>
          <p:cNvPr id="11" name="!!L2 INTERNAL USE">
            <a:extLst>
              <a:ext uri="{FF2B5EF4-FFF2-40B4-BE49-F238E27FC236}">
                <a16:creationId xmlns:a16="http://schemas.microsoft.com/office/drawing/2014/main" id="{CC383627-A7B2-081E-8B15-4B6B53DA6E76}"/>
              </a:ext>
            </a:extLst>
          </p:cNvPr>
          <p:cNvSpPr txBox="1"/>
          <p:nvPr userDrawn="1"/>
        </p:nvSpPr>
        <p:spPr>
          <a:xfrm>
            <a:off x="3063515" y="6530589"/>
            <a:ext cx="1856960" cy="162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6687006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1_Chapter - Purple &amp; Diamond Img. Righ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64019E83-6AAF-CF31-677E-0AB7210921DC}"/>
              </a:ext>
            </a:extLst>
          </p:cNvPr>
          <p:cNvSpPr/>
          <p:nvPr userDrawn="1"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94C234B9-6A7C-A69D-ACEB-01A8B7CF19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6012" r="-25"/>
          <a:stretch>
            <a:fillRect/>
          </a:stretch>
        </p:blipFill>
        <p:spPr>
          <a:xfrm flipH="1">
            <a:off x="2199289" y="0"/>
            <a:ext cx="8323619" cy="6858000"/>
          </a:xfrm>
          <a:prstGeom prst="rect">
            <a:avLst/>
          </a:prstGeom>
        </p:spPr>
      </p:pic>
      <p:sp>
        <p:nvSpPr>
          <p:cNvPr id="5" name="図プレースホルダー 4">
            <a:extLst>
              <a:ext uri="{FF2B5EF4-FFF2-40B4-BE49-F238E27FC236}">
                <a16:creationId xmlns:a16="http://schemas.microsoft.com/office/drawing/2014/main" id="{1834B3E4-28E1-F62C-8030-9014B8C823B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096000" y="0"/>
            <a:ext cx="6096000" cy="6858000"/>
          </a:xfrm>
          <a:solidFill>
            <a:schemeClr val="bg2"/>
          </a:solidFill>
        </p:spPr>
        <p:txBody>
          <a:bodyPr tIns="1080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kumimoji="1" lang="en-US" dirty="0"/>
              <a:t>Insert Picture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white">
          <a:xfrm>
            <a:off x="4920474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©︎ TDK Corporation | Department | Document title | Date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3">
            <a:extLst>
              <a:ext uri="{FF2B5EF4-FFF2-40B4-BE49-F238E27FC236}">
                <a16:creationId xmlns:a16="http://schemas.microsoft.com/office/drawing/2014/main" id="{47F925D9-EBEA-9DB9-AA7B-62C44BBA2C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7" r="27"/>
          <a:stretch/>
        </p:blipFill>
        <p:spPr>
          <a:xfrm rot="5400000">
            <a:off x="917298" y="272731"/>
            <a:ext cx="680764" cy="1340607"/>
          </a:xfrm>
          <a:prstGeom prst="rect">
            <a:avLst/>
          </a:prstGeom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830B94EB-EE23-60E1-474C-8FB52E625F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D083251-A7FE-5FB2-0977-204F3AB167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587377" y="1368001"/>
            <a:ext cx="5230720" cy="1551226"/>
          </a:xfrm>
        </p:spPr>
        <p:txBody>
          <a:bodyPr anchor="ctr" anchorCtr="0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altLang="ja-JP" dirty="0"/>
              <a:t>Click to add Chapter title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9E5C842-E0C2-4F73-6061-0FEEF65E42B8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 bwMode="white">
          <a:xfrm>
            <a:off x="587376" y="2969497"/>
            <a:ext cx="5230720" cy="330430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BAD318F-1205-199D-515F-A4D32989946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white">
          <a:xfrm>
            <a:off x="587376" y="6445779"/>
            <a:ext cx="2036082" cy="222641"/>
          </a:xfrm>
          <a:prstGeom prst="rect">
            <a:avLst/>
          </a:prstGeom>
        </p:spPr>
      </p:pic>
      <p:sp>
        <p:nvSpPr>
          <p:cNvPr id="10" name="!!L4 STRICTLY CONFIDENTIAL" hidden="1">
            <a:extLst>
              <a:ext uri="{FF2B5EF4-FFF2-40B4-BE49-F238E27FC236}">
                <a16:creationId xmlns:a16="http://schemas.microsoft.com/office/drawing/2014/main" id="{74E3E681-A42F-0D88-94A1-9BA2D1D5E9DF}"/>
              </a:ext>
            </a:extLst>
          </p:cNvPr>
          <p:cNvSpPr txBox="1"/>
          <p:nvPr userDrawn="1"/>
        </p:nvSpPr>
        <p:spPr>
          <a:xfrm>
            <a:off x="3060807" y="6452633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12" name="!!L3 CONFIDENTIAL" hidden="1">
            <a:extLst>
              <a:ext uri="{FF2B5EF4-FFF2-40B4-BE49-F238E27FC236}">
                <a16:creationId xmlns:a16="http://schemas.microsoft.com/office/drawing/2014/main" id="{E6DE59AE-D530-C7E7-0063-ACA85FD77D75}"/>
              </a:ext>
            </a:extLst>
          </p:cNvPr>
          <p:cNvSpPr txBox="1"/>
          <p:nvPr userDrawn="1"/>
        </p:nvSpPr>
        <p:spPr>
          <a:xfrm>
            <a:off x="3060807" y="6452633"/>
            <a:ext cx="1185861" cy="2160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accent2"/>
                </a:solidFill>
              </a:rPr>
              <a:t>CONFIDENTIAL</a:t>
            </a:r>
          </a:p>
        </p:txBody>
      </p:sp>
      <p:sp>
        <p:nvSpPr>
          <p:cNvPr id="13" name="!!L2 INTERNAL USE">
            <a:extLst>
              <a:ext uri="{FF2B5EF4-FFF2-40B4-BE49-F238E27FC236}">
                <a16:creationId xmlns:a16="http://schemas.microsoft.com/office/drawing/2014/main" id="{90ACB6A7-D049-86C6-6934-7931E165B5FF}"/>
              </a:ext>
            </a:extLst>
          </p:cNvPr>
          <p:cNvSpPr txBox="1"/>
          <p:nvPr userDrawn="1"/>
        </p:nvSpPr>
        <p:spPr>
          <a:xfrm>
            <a:off x="3063515" y="6530589"/>
            <a:ext cx="1856960" cy="162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6142842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2_Chapter - Blue &amp; Diamond Img. Righ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D998EC2C-DFA3-48ED-4A0E-60C63ED84A99}"/>
              </a:ext>
            </a:extLst>
          </p:cNvPr>
          <p:cNvSpPr/>
          <p:nvPr userDrawn="1"/>
        </p:nvSpPr>
        <p:spPr>
          <a:xfrm>
            <a:off x="1" y="0"/>
            <a:ext cx="6095999" cy="6858000"/>
          </a:xfrm>
          <a:prstGeom prst="rect">
            <a:avLst/>
          </a:prstGeom>
          <a:gradFill>
            <a:gsLst>
              <a:gs pos="60000">
                <a:srgbClr val="106FFF"/>
              </a:gs>
              <a:gs pos="17000">
                <a:schemeClr val="accent2"/>
              </a:gs>
              <a:gs pos="35000">
                <a:srgbClr val="2230FE"/>
              </a:gs>
              <a:gs pos="0">
                <a:srgbClr val="0046AD"/>
              </a:gs>
              <a:gs pos="95000">
                <a:srgbClr val="2DC1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3F3DFDB9-D6A4-B131-C2D7-84272C7103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6012" r="90"/>
          <a:stretch>
            <a:fillRect/>
          </a:stretch>
        </p:blipFill>
        <p:spPr>
          <a:xfrm flipH="1">
            <a:off x="2207171" y="0"/>
            <a:ext cx="8314537" cy="6858000"/>
          </a:xfrm>
          <a:prstGeom prst="rect">
            <a:avLst/>
          </a:prstGeom>
        </p:spPr>
      </p:pic>
      <p:sp>
        <p:nvSpPr>
          <p:cNvPr id="2" name="図プレースホルダー 4">
            <a:extLst>
              <a:ext uri="{FF2B5EF4-FFF2-40B4-BE49-F238E27FC236}">
                <a16:creationId xmlns:a16="http://schemas.microsoft.com/office/drawing/2014/main" id="{6B479A4B-CDC6-05C2-9163-C9B01EA3E2C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096000" y="0"/>
            <a:ext cx="6096000" cy="6858000"/>
          </a:xfrm>
          <a:solidFill>
            <a:schemeClr val="bg2"/>
          </a:solidFill>
        </p:spPr>
        <p:txBody>
          <a:bodyPr tIns="1080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kumimoji="1" lang="en-US" dirty="0"/>
              <a:t>Insert picture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©︎ TDK Corporation | Department | Document title | Date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3">
            <a:extLst>
              <a:ext uri="{FF2B5EF4-FFF2-40B4-BE49-F238E27FC236}">
                <a16:creationId xmlns:a16="http://schemas.microsoft.com/office/drawing/2014/main" id="{2CDD604E-232E-8D7A-03CF-C2FED3496A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7" r="27"/>
          <a:stretch/>
        </p:blipFill>
        <p:spPr>
          <a:xfrm rot="5400000">
            <a:off x="917298" y="272731"/>
            <a:ext cx="680764" cy="1340607"/>
          </a:xfrm>
          <a:prstGeom prst="rect">
            <a:avLst/>
          </a:prstGeom>
        </p:spPr>
      </p:pic>
      <p:pic>
        <p:nvPicPr>
          <p:cNvPr id="3" name="Picture 10">
            <a:extLst>
              <a:ext uri="{FF2B5EF4-FFF2-40B4-BE49-F238E27FC236}">
                <a16:creationId xmlns:a16="http://schemas.microsoft.com/office/drawing/2014/main" id="{8FC20A5E-1D0E-36F0-7338-2BEFAC1B495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 bwMode="black">
          <a:xfrm>
            <a:off x="543572" y="6405163"/>
            <a:ext cx="2117496" cy="27574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2F6E470-593B-2BD6-8314-5C330C6577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587377" y="1368001"/>
            <a:ext cx="5230720" cy="1551226"/>
          </a:xfrm>
        </p:spPr>
        <p:txBody>
          <a:bodyPr anchor="ctr" anchorCtr="0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altLang="ja-JP" dirty="0"/>
              <a:t>Click to add Chapter title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AA6612C-A682-C141-B5BA-99DBEB85D120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 bwMode="white">
          <a:xfrm>
            <a:off x="587376" y="2969497"/>
            <a:ext cx="5230720" cy="330430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6BCEC57-FA54-539E-8B68-42D4ACBA0F7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white">
          <a:xfrm>
            <a:off x="587376" y="6445779"/>
            <a:ext cx="2036082" cy="222641"/>
          </a:xfrm>
          <a:prstGeom prst="rect">
            <a:avLst/>
          </a:prstGeom>
        </p:spPr>
      </p:pic>
      <p:sp>
        <p:nvSpPr>
          <p:cNvPr id="7" name="!!L4 STRICTLY CONFIDENTIAL" hidden="1">
            <a:extLst>
              <a:ext uri="{FF2B5EF4-FFF2-40B4-BE49-F238E27FC236}">
                <a16:creationId xmlns:a16="http://schemas.microsoft.com/office/drawing/2014/main" id="{9498A8CC-9C8C-D355-E34E-D969AACBB06C}"/>
              </a:ext>
            </a:extLst>
          </p:cNvPr>
          <p:cNvSpPr txBox="1"/>
          <p:nvPr userDrawn="1"/>
        </p:nvSpPr>
        <p:spPr>
          <a:xfrm>
            <a:off x="3060807" y="6452633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9" name="!!L3 CONFIDENTIAL" hidden="1">
            <a:extLst>
              <a:ext uri="{FF2B5EF4-FFF2-40B4-BE49-F238E27FC236}">
                <a16:creationId xmlns:a16="http://schemas.microsoft.com/office/drawing/2014/main" id="{76DFAB2F-58CA-AB2E-BE6D-517BCEFD2C12}"/>
              </a:ext>
            </a:extLst>
          </p:cNvPr>
          <p:cNvSpPr txBox="1"/>
          <p:nvPr userDrawn="1"/>
        </p:nvSpPr>
        <p:spPr>
          <a:xfrm>
            <a:off x="3060807" y="6452633"/>
            <a:ext cx="1185861" cy="2160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accent2"/>
                </a:solidFill>
              </a:rPr>
              <a:t>CONFIDENTIAL</a:t>
            </a:r>
          </a:p>
        </p:txBody>
      </p:sp>
      <p:sp>
        <p:nvSpPr>
          <p:cNvPr id="11" name="!!L2 INTERNAL USE">
            <a:extLst>
              <a:ext uri="{FF2B5EF4-FFF2-40B4-BE49-F238E27FC236}">
                <a16:creationId xmlns:a16="http://schemas.microsoft.com/office/drawing/2014/main" id="{62295D45-DB1C-1868-360C-34EF4147C412}"/>
              </a:ext>
            </a:extLst>
          </p:cNvPr>
          <p:cNvSpPr txBox="1"/>
          <p:nvPr userDrawn="1"/>
        </p:nvSpPr>
        <p:spPr>
          <a:xfrm>
            <a:off x="3063515" y="6530589"/>
            <a:ext cx="1856960" cy="162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6402212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3_Chapter - Purple &amp; Diamond Img. Righ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F5471933-28E5-4569-F756-85EE1973A60D}"/>
              </a:ext>
            </a:extLst>
          </p:cNvPr>
          <p:cNvSpPr/>
          <p:nvPr userDrawn="1"/>
        </p:nvSpPr>
        <p:spPr>
          <a:xfrm>
            <a:off x="0" y="0"/>
            <a:ext cx="6095999" cy="6858000"/>
          </a:xfrm>
          <a:prstGeom prst="rect">
            <a:avLst/>
          </a:prstGeom>
          <a:gradFill>
            <a:gsLst>
              <a:gs pos="29025">
                <a:schemeClr val="accent2"/>
              </a:gs>
              <a:gs pos="15000">
                <a:schemeClr val="accent2"/>
              </a:gs>
              <a:gs pos="0">
                <a:srgbClr val="0046AD"/>
              </a:gs>
              <a:gs pos="95000">
                <a:srgbClr val="C919F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94C234B9-6A7C-A69D-ACEB-01A8B7CF19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6011" r="-11"/>
          <a:stretch>
            <a:fillRect/>
          </a:stretch>
        </p:blipFill>
        <p:spPr>
          <a:xfrm flipH="1">
            <a:off x="2199289" y="0"/>
            <a:ext cx="8322419" cy="6858000"/>
          </a:xfrm>
          <a:prstGeom prst="rect">
            <a:avLst/>
          </a:prstGeom>
        </p:spPr>
      </p:pic>
      <p:sp>
        <p:nvSpPr>
          <p:cNvPr id="5" name="図プレースホルダー 4">
            <a:extLst>
              <a:ext uri="{FF2B5EF4-FFF2-40B4-BE49-F238E27FC236}">
                <a16:creationId xmlns:a16="http://schemas.microsoft.com/office/drawing/2014/main" id="{1834B3E4-28E1-F62C-8030-9014B8C823B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094800" y="0"/>
            <a:ext cx="6102599" cy="6858000"/>
          </a:xfrm>
          <a:solidFill>
            <a:schemeClr val="bg2"/>
          </a:solidFill>
        </p:spPr>
        <p:txBody>
          <a:bodyPr tIns="1080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kumimoji="1" lang="en-US" dirty="0"/>
              <a:t>Insert picture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| Department | Document title | Date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3">
            <a:extLst>
              <a:ext uri="{FF2B5EF4-FFF2-40B4-BE49-F238E27FC236}">
                <a16:creationId xmlns:a16="http://schemas.microsoft.com/office/drawing/2014/main" id="{47F925D9-EBEA-9DB9-AA7B-62C44BBA2C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7" r="27"/>
          <a:stretch/>
        </p:blipFill>
        <p:spPr>
          <a:xfrm rot="5400000">
            <a:off x="917298" y="272730"/>
            <a:ext cx="680764" cy="1340607"/>
          </a:xfrm>
          <a:prstGeom prst="rect">
            <a:avLst/>
          </a:prstGeom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830B94EB-EE23-60E1-474C-8FB52E625F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>
          <a:xfrm>
            <a:off x="543572" y="6405163"/>
            <a:ext cx="2117496" cy="27574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82B010B-9DF1-A6E3-0D87-A58D46A9B8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587377" y="1368000"/>
            <a:ext cx="5230720" cy="1551226"/>
          </a:xfrm>
        </p:spPr>
        <p:txBody>
          <a:bodyPr anchor="ctr" anchorCtr="0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altLang="ja-JP" dirty="0"/>
              <a:t>Click to add Chapter title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7321FFA-E36A-F120-95AF-923E72664447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 bwMode="white">
          <a:xfrm>
            <a:off x="587376" y="2969496"/>
            <a:ext cx="5230720" cy="330430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9FCB5EC-C7FA-235F-550D-E3A2BFE3593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white">
          <a:xfrm>
            <a:off x="587376" y="6445779"/>
            <a:ext cx="2036082" cy="222641"/>
          </a:xfrm>
          <a:prstGeom prst="rect">
            <a:avLst/>
          </a:prstGeom>
        </p:spPr>
      </p:pic>
      <p:sp>
        <p:nvSpPr>
          <p:cNvPr id="9" name="!!L4 STRICTLY CONFIDENTIAL" hidden="1">
            <a:extLst>
              <a:ext uri="{FF2B5EF4-FFF2-40B4-BE49-F238E27FC236}">
                <a16:creationId xmlns:a16="http://schemas.microsoft.com/office/drawing/2014/main" id="{C87CB328-6A8C-B854-8751-5B9AFB4878AB}"/>
              </a:ext>
            </a:extLst>
          </p:cNvPr>
          <p:cNvSpPr txBox="1"/>
          <p:nvPr userDrawn="1"/>
        </p:nvSpPr>
        <p:spPr>
          <a:xfrm>
            <a:off x="3060807" y="6452633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11" name="!!L3 CONFIDENTIAL" hidden="1">
            <a:extLst>
              <a:ext uri="{FF2B5EF4-FFF2-40B4-BE49-F238E27FC236}">
                <a16:creationId xmlns:a16="http://schemas.microsoft.com/office/drawing/2014/main" id="{D2482F84-639F-A19F-A120-E0F6F09AFA03}"/>
              </a:ext>
            </a:extLst>
          </p:cNvPr>
          <p:cNvSpPr txBox="1"/>
          <p:nvPr userDrawn="1"/>
        </p:nvSpPr>
        <p:spPr>
          <a:xfrm>
            <a:off x="3060807" y="6452633"/>
            <a:ext cx="1185861" cy="2160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accent2"/>
                </a:solidFill>
              </a:rPr>
              <a:t>CONFIDENTIAL</a:t>
            </a:r>
          </a:p>
        </p:txBody>
      </p:sp>
      <p:sp>
        <p:nvSpPr>
          <p:cNvPr id="12" name="!!L2 INTERNAL USE">
            <a:extLst>
              <a:ext uri="{FF2B5EF4-FFF2-40B4-BE49-F238E27FC236}">
                <a16:creationId xmlns:a16="http://schemas.microsoft.com/office/drawing/2014/main" id="{534D0ED7-F61A-41F9-55C5-81C3E6EFE010}"/>
              </a:ext>
            </a:extLst>
          </p:cNvPr>
          <p:cNvSpPr txBox="1"/>
          <p:nvPr userDrawn="1"/>
        </p:nvSpPr>
        <p:spPr>
          <a:xfrm>
            <a:off x="3063515" y="6530589"/>
            <a:ext cx="1856960" cy="162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9482811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4_Chapter - Green &amp; Diamond Img. Righ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7649C0BB-9407-5E94-A8F2-3DE2A8684124}"/>
              </a:ext>
            </a:extLst>
          </p:cNvPr>
          <p:cNvSpPr/>
          <p:nvPr userDrawn="1"/>
        </p:nvSpPr>
        <p:spPr>
          <a:xfrm>
            <a:off x="0" y="0"/>
            <a:ext cx="6095999" cy="6858000"/>
          </a:xfrm>
          <a:prstGeom prst="rect">
            <a:avLst/>
          </a:prstGeom>
          <a:gradFill>
            <a:gsLst>
              <a:gs pos="60000">
                <a:srgbClr val="0087FF"/>
              </a:gs>
              <a:gs pos="15000">
                <a:srgbClr val="2230FE"/>
              </a:gs>
              <a:gs pos="0">
                <a:srgbClr val="0046AD"/>
              </a:gs>
              <a:gs pos="40000">
                <a:srgbClr val="0B52FF"/>
              </a:gs>
              <a:gs pos="95000">
                <a:srgbClr val="26DE7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B993059-383A-4E40-2F88-6DC9707F1D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6012" r="175"/>
          <a:stretch>
            <a:fillRect/>
          </a:stretch>
        </p:blipFill>
        <p:spPr>
          <a:xfrm flipH="1">
            <a:off x="2215055" y="0"/>
            <a:ext cx="8307854" cy="6858000"/>
          </a:xfrm>
          <a:prstGeom prst="rect">
            <a:avLst/>
          </a:prstGeom>
        </p:spPr>
      </p:pic>
      <p:sp>
        <p:nvSpPr>
          <p:cNvPr id="3" name="図プレースホルダー 4">
            <a:extLst>
              <a:ext uri="{FF2B5EF4-FFF2-40B4-BE49-F238E27FC236}">
                <a16:creationId xmlns:a16="http://schemas.microsoft.com/office/drawing/2014/main" id="{35D8564B-9B56-394E-DF9E-C5EECE9F4EB1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096000" y="0"/>
            <a:ext cx="6096000" cy="6858000"/>
          </a:xfrm>
          <a:solidFill>
            <a:schemeClr val="bg2"/>
          </a:solidFill>
        </p:spPr>
        <p:txBody>
          <a:bodyPr tIns="1080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kumimoji="1" lang="en-US" dirty="0"/>
              <a:t>Insert picture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157BA6D-E17A-52FF-3E82-03744B038D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©︎ TDK Corporation | Department | Document title | Date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3">
            <a:extLst>
              <a:ext uri="{FF2B5EF4-FFF2-40B4-BE49-F238E27FC236}">
                <a16:creationId xmlns:a16="http://schemas.microsoft.com/office/drawing/2014/main" id="{408E8B4E-AA6A-34FB-8ACB-9ACC3A1BDA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7" r="27"/>
          <a:stretch/>
        </p:blipFill>
        <p:spPr>
          <a:xfrm rot="5400000">
            <a:off x="917299" y="272731"/>
            <a:ext cx="680764" cy="1340607"/>
          </a:xfrm>
          <a:prstGeom prst="rect">
            <a:avLst/>
          </a:prstGeom>
        </p:spPr>
      </p:pic>
      <p:pic>
        <p:nvPicPr>
          <p:cNvPr id="5" name="Picture 10">
            <a:extLst>
              <a:ext uri="{FF2B5EF4-FFF2-40B4-BE49-F238E27FC236}">
                <a16:creationId xmlns:a16="http://schemas.microsoft.com/office/drawing/2014/main" id="{681CA2E3-5F89-36EB-5CE0-A1DF4D6F158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5" b="7075"/>
          <a:stretch/>
        </p:blipFill>
        <p:spPr bwMode="white">
          <a:xfrm>
            <a:off x="543572" y="6405163"/>
            <a:ext cx="2117496" cy="2757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3FA7C2-8CCE-DE0A-748F-FAB60E7CC4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587378" y="1368001"/>
            <a:ext cx="5230720" cy="1551226"/>
          </a:xfrm>
        </p:spPr>
        <p:txBody>
          <a:bodyPr anchor="ctr" anchorCtr="0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altLang="ja-JP" dirty="0"/>
              <a:t>Click to add Chapter title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AB1048B-0CCC-FFEC-2CB1-B96CB9BB3C26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 bwMode="white">
          <a:xfrm>
            <a:off x="587377" y="2969497"/>
            <a:ext cx="5230720" cy="330430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FE0F16A-1A8F-5215-EEA5-76D867DBE26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white">
          <a:xfrm>
            <a:off x="587376" y="6445779"/>
            <a:ext cx="2036082" cy="222641"/>
          </a:xfrm>
          <a:prstGeom prst="rect">
            <a:avLst/>
          </a:prstGeom>
        </p:spPr>
      </p:pic>
      <p:sp>
        <p:nvSpPr>
          <p:cNvPr id="10" name="!!L4 STRICTLY CONFIDENTIAL" hidden="1">
            <a:extLst>
              <a:ext uri="{FF2B5EF4-FFF2-40B4-BE49-F238E27FC236}">
                <a16:creationId xmlns:a16="http://schemas.microsoft.com/office/drawing/2014/main" id="{E8F45550-B3BD-4D10-D98E-61CF0435F5D3}"/>
              </a:ext>
            </a:extLst>
          </p:cNvPr>
          <p:cNvSpPr txBox="1"/>
          <p:nvPr userDrawn="1"/>
        </p:nvSpPr>
        <p:spPr>
          <a:xfrm>
            <a:off x="3060807" y="6452633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11" name="!!L3 CONFIDENTIAL" hidden="1">
            <a:extLst>
              <a:ext uri="{FF2B5EF4-FFF2-40B4-BE49-F238E27FC236}">
                <a16:creationId xmlns:a16="http://schemas.microsoft.com/office/drawing/2014/main" id="{EB72EA9A-870B-01C2-6C31-153DC036F48C}"/>
              </a:ext>
            </a:extLst>
          </p:cNvPr>
          <p:cNvSpPr txBox="1"/>
          <p:nvPr userDrawn="1"/>
        </p:nvSpPr>
        <p:spPr>
          <a:xfrm>
            <a:off x="3060807" y="6452633"/>
            <a:ext cx="1185861" cy="2160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accent2"/>
                </a:solidFill>
              </a:rPr>
              <a:t>CONFIDENTIAL</a:t>
            </a:r>
          </a:p>
        </p:txBody>
      </p:sp>
      <p:sp>
        <p:nvSpPr>
          <p:cNvPr id="12" name="!!L2 INTERNAL USE">
            <a:extLst>
              <a:ext uri="{FF2B5EF4-FFF2-40B4-BE49-F238E27FC236}">
                <a16:creationId xmlns:a16="http://schemas.microsoft.com/office/drawing/2014/main" id="{499CE529-8711-A451-922E-2E507260D6B8}"/>
              </a:ext>
            </a:extLst>
          </p:cNvPr>
          <p:cNvSpPr txBox="1"/>
          <p:nvPr userDrawn="1"/>
        </p:nvSpPr>
        <p:spPr>
          <a:xfrm>
            <a:off x="3063515" y="6530589"/>
            <a:ext cx="1856960" cy="162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5180628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1 Colored standard - Solid Blu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4E62D5B-8B47-21B8-B3F4-77D0D0DDE73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BE3BC-81B3-E530-1E0F-0C26B5AFD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DFC8-1BC3-43DA-BCD5-916305E849D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E3A3C9-C608-2087-F225-C2794EF0DD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821391A-BA33-0413-F703-AC35C7EFD3C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white">
          <a:xfrm>
            <a:off x="587374" y="1304925"/>
            <a:ext cx="11017250" cy="49688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2487396-4F7A-C3E7-B422-CE45E948BB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376" y="6445779"/>
            <a:ext cx="2036082" cy="222641"/>
          </a:xfrm>
          <a:prstGeom prst="rect">
            <a:avLst/>
          </a:prstGeom>
        </p:spPr>
      </p:pic>
      <p:sp>
        <p:nvSpPr>
          <p:cNvPr id="3" name="!!Arrow left">
            <a:extLst>
              <a:ext uri="{FF2B5EF4-FFF2-40B4-BE49-F238E27FC236}">
                <a16:creationId xmlns:a16="http://schemas.microsoft.com/office/drawing/2014/main" id="{3194E8CA-0ED8-547A-A6A4-9B6AD10F2382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0" y="152130"/>
            <a:ext cx="403200" cy="805481"/>
          </a:xfrm>
          <a:prstGeom prst="leftArrow">
            <a:avLst>
              <a:gd name="adj1" fmla="val 100000"/>
              <a:gd name="adj2" fmla="val 1325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80140F8-CF21-BA14-B4B6-143410C1DB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6295" y="152130"/>
            <a:ext cx="3600" cy="3600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6" name="!!L4 STRICTLY CONFIDENTIAL" hidden="1">
            <a:extLst>
              <a:ext uri="{FF2B5EF4-FFF2-40B4-BE49-F238E27FC236}">
                <a16:creationId xmlns:a16="http://schemas.microsoft.com/office/drawing/2014/main" id="{99298EBE-2603-82E2-C35C-246F92593BA0}"/>
              </a:ext>
            </a:extLst>
          </p:cNvPr>
          <p:cNvSpPr txBox="1"/>
          <p:nvPr userDrawn="1"/>
        </p:nvSpPr>
        <p:spPr>
          <a:xfrm>
            <a:off x="3060807" y="6452633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9" name="!!L3 CONFIDENTIAL" hidden="1">
            <a:extLst>
              <a:ext uri="{FF2B5EF4-FFF2-40B4-BE49-F238E27FC236}">
                <a16:creationId xmlns:a16="http://schemas.microsoft.com/office/drawing/2014/main" id="{FF51EC52-86C5-EEE3-85C8-31409D929D80}"/>
              </a:ext>
            </a:extLst>
          </p:cNvPr>
          <p:cNvSpPr txBox="1"/>
          <p:nvPr userDrawn="1"/>
        </p:nvSpPr>
        <p:spPr>
          <a:xfrm>
            <a:off x="3060807" y="6452633"/>
            <a:ext cx="1185861" cy="2160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accent2"/>
                </a:solidFill>
              </a:rPr>
              <a:t>CONFIDENTIAL</a:t>
            </a:r>
          </a:p>
        </p:txBody>
      </p:sp>
      <p:sp>
        <p:nvSpPr>
          <p:cNvPr id="11" name="!!L2 INTERNAL USE">
            <a:extLst>
              <a:ext uri="{FF2B5EF4-FFF2-40B4-BE49-F238E27FC236}">
                <a16:creationId xmlns:a16="http://schemas.microsoft.com/office/drawing/2014/main" id="{87D3B785-3BBE-446F-D383-345DC57367BE}"/>
              </a:ext>
            </a:extLst>
          </p:cNvPr>
          <p:cNvSpPr txBox="1"/>
          <p:nvPr userDrawn="1"/>
        </p:nvSpPr>
        <p:spPr>
          <a:xfrm>
            <a:off x="3063515" y="6530589"/>
            <a:ext cx="1856960" cy="162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148845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1 B Colored standard - Solid Blue 2 column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3">
            <a:extLst>
              <a:ext uri="{FF2B5EF4-FFF2-40B4-BE49-F238E27FC236}">
                <a16:creationId xmlns:a16="http://schemas.microsoft.com/office/drawing/2014/main" id="{FC1F14F0-91E3-89E9-817A-AF52D697C1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BE3BC-81B3-E530-1E0F-0C26B5AFD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DFC8-1BC3-43DA-BCD5-916305E849D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E3A3C9-C608-2087-F225-C2794EF0DD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821391A-BA33-0413-F703-AC35C7EFD3C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white">
          <a:xfrm>
            <a:off x="587374" y="1304925"/>
            <a:ext cx="5329239" cy="49688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2487396-4F7A-C3E7-B422-CE45E948BB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376" y="6445779"/>
            <a:ext cx="2036082" cy="222641"/>
          </a:xfrm>
          <a:prstGeom prst="rect">
            <a:avLst/>
          </a:prstGeom>
        </p:spPr>
      </p:pic>
      <p:sp>
        <p:nvSpPr>
          <p:cNvPr id="3" name="!!Arrow left">
            <a:extLst>
              <a:ext uri="{FF2B5EF4-FFF2-40B4-BE49-F238E27FC236}">
                <a16:creationId xmlns:a16="http://schemas.microsoft.com/office/drawing/2014/main" id="{3194E8CA-0ED8-547A-A6A4-9B6AD10F2382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0" y="152130"/>
            <a:ext cx="403200" cy="805481"/>
          </a:xfrm>
          <a:prstGeom prst="leftArrow">
            <a:avLst>
              <a:gd name="adj1" fmla="val 100000"/>
              <a:gd name="adj2" fmla="val 1325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AEE616A4-FF32-8CF1-E837-8A29777AD81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6295" y="152130"/>
            <a:ext cx="3600" cy="3600"/>
          </a:xfrm>
          <a:prstGeom prst="rightArrow">
            <a:avLst>
              <a:gd name="adj1" fmla="val 50000"/>
              <a:gd name="adj2" fmla="val 13944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453F8C-8FBE-AC68-82C1-7C3973A64A22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white">
          <a:xfrm>
            <a:off x="6274800" y="1304925"/>
            <a:ext cx="5329239" cy="49688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!!L4 STRICTLY CONFIDENTIAL" hidden="1">
            <a:extLst>
              <a:ext uri="{FF2B5EF4-FFF2-40B4-BE49-F238E27FC236}">
                <a16:creationId xmlns:a16="http://schemas.microsoft.com/office/drawing/2014/main" id="{BB22FFD6-1E83-3412-DDAD-9C090ACD5CAF}"/>
              </a:ext>
            </a:extLst>
          </p:cNvPr>
          <p:cNvSpPr txBox="1"/>
          <p:nvPr userDrawn="1"/>
        </p:nvSpPr>
        <p:spPr>
          <a:xfrm>
            <a:off x="3060807" y="6452633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11" name="!!L3 CONFIDENTIAL" hidden="1">
            <a:extLst>
              <a:ext uri="{FF2B5EF4-FFF2-40B4-BE49-F238E27FC236}">
                <a16:creationId xmlns:a16="http://schemas.microsoft.com/office/drawing/2014/main" id="{EE0E620F-32BC-E9AB-CC66-752D919F6F93}"/>
              </a:ext>
            </a:extLst>
          </p:cNvPr>
          <p:cNvSpPr txBox="1"/>
          <p:nvPr userDrawn="1"/>
        </p:nvSpPr>
        <p:spPr>
          <a:xfrm>
            <a:off x="3060807" y="6452633"/>
            <a:ext cx="1185861" cy="2160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accent2"/>
                </a:solidFill>
              </a:rPr>
              <a:t>CONFIDENTIAL</a:t>
            </a:r>
          </a:p>
        </p:txBody>
      </p:sp>
      <p:sp>
        <p:nvSpPr>
          <p:cNvPr id="12" name="!!L2 INTERNAL USE">
            <a:extLst>
              <a:ext uri="{FF2B5EF4-FFF2-40B4-BE49-F238E27FC236}">
                <a16:creationId xmlns:a16="http://schemas.microsoft.com/office/drawing/2014/main" id="{97C88FD4-3CBD-96DC-A02D-824E0AF163F7}"/>
              </a:ext>
            </a:extLst>
          </p:cNvPr>
          <p:cNvSpPr txBox="1"/>
          <p:nvPr userDrawn="1"/>
        </p:nvSpPr>
        <p:spPr>
          <a:xfrm>
            <a:off x="3063515" y="6530589"/>
            <a:ext cx="1856960" cy="162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8025887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2 Colored standard - Blu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4">
            <a:extLst>
              <a:ext uri="{FF2B5EF4-FFF2-40B4-BE49-F238E27FC236}">
                <a16:creationId xmlns:a16="http://schemas.microsoft.com/office/drawing/2014/main" id="{0B087EA6-E099-380F-CE7D-8DAA401ACEB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9000">
                <a:srgbClr val="106FFF"/>
              </a:gs>
              <a:gs pos="17000">
                <a:schemeClr val="accent2"/>
              </a:gs>
              <a:gs pos="0">
                <a:srgbClr val="0046AD"/>
              </a:gs>
              <a:gs pos="90000">
                <a:srgbClr val="2DC1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BE3BC-81B3-E530-1E0F-0C26B5AFD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DFC8-1BC3-43DA-BCD5-916305E849D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E3A3C9-C608-2087-F225-C2794EF0DD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16E9BAF-1208-BD05-F437-5E37CC3B47A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white">
          <a:xfrm>
            <a:off x="587374" y="1304926"/>
            <a:ext cx="11017250" cy="49688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35E6540-9D0E-9B0B-B7D3-13C4C1107D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376" y="6445779"/>
            <a:ext cx="2036082" cy="222641"/>
          </a:xfrm>
          <a:prstGeom prst="rect">
            <a:avLst/>
          </a:prstGeom>
        </p:spPr>
      </p:pic>
      <p:sp>
        <p:nvSpPr>
          <p:cNvPr id="3" name="!!Arrow left">
            <a:extLst>
              <a:ext uri="{FF2B5EF4-FFF2-40B4-BE49-F238E27FC236}">
                <a16:creationId xmlns:a16="http://schemas.microsoft.com/office/drawing/2014/main" id="{54185F26-ACE6-DA97-4BF1-7D9B83DEAB9A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0" y="152130"/>
            <a:ext cx="403200" cy="805481"/>
          </a:xfrm>
          <a:prstGeom prst="leftArrow">
            <a:avLst>
              <a:gd name="adj1" fmla="val 100000"/>
              <a:gd name="adj2" fmla="val 1325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024E8DD-86F9-E2E1-5240-5CF4F65AE5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6295" y="152130"/>
            <a:ext cx="3600" cy="3600"/>
          </a:xfrm>
          <a:prstGeom prst="rightArrow">
            <a:avLst>
              <a:gd name="adj1" fmla="val 50000"/>
              <a:gd name="adj2" fmla="val 13944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6" name="!!L4 STRICTLY CONFIDENTIAL" hidden="1">
            <a:extLst>
              <a:ext uri="{FF2B5EF4-FFF2-40B4-BE49-F238E27FC236}">
                <a16:creationId xmlns:a16="http://schemas.microsoft.com/office/drawing/2014/main" id="{D40E9300-F0E1-65A2-609A-BD85213A80C3}"/>
              </a:ext>
            </a:extLst>
          </p:cNvPr>
          <p:cNvSpPr txBox="1"/>
          <p:nvPr userDrawn="1"/>
        </p:nvSpPr>
        <p:spPr>
          <a:xfrm>
            <a:off x="3060807" y="6452633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9" name="!!L3 CONFIDENTIAL" hidden="1">
            <a:extLst>
              <a:ext uri="{FF2B5EF4-FFF2-40B4-BE49-F238E27FC236}">
                <a16:creationId xmlns:a16="http://schemas.microsoft.com/office/drawing/2014/main" id="{C73987C3-3551-4082-C950-92D14D04D3FC}"/>
              </a:ext>
            </a:extLst>
          </p:cNvPr>
          <p:cNvSpPr txBox="1"/>
          <p:nvPr userDrawn="1"/>
        </p:nvSpPr>
        <p:spPr>
          <a:xfrm>
            <a:off x="3060807" y="6452633"/>
            <a:ext cx="1185861" cy="2160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accent2"/>
                </a:solidFill>
              </a:rPr>
              <a:t>CONFIDENTIAL</a:t>
            </a:r>
          </a:p>
        </p:txBody>
      </p:sp>
      <p:sp>
        <p:nvSpPr>
          <p:cNvPr id="11" name="!!L2 INTERNAL USE">
            <a:extLst>
              <a:ext uri="{FF2B5EF4-FFF2-40B4-BE49-F238E27FC236}">
                <a16:creationId xmlns:a16="http://schemas.microsoft.com/office/drawing/2014/main" id="{0BC31235-A9AF-A336-1892-74D519305E3C}"/>
              </a:ext>
            </a:extLst>
          </p:cNvPr>
          <p:cNvSpPr txBox="1"/>
          <p:nvPr userDrawn="1"/>
        </p:nvSpPr>
        <p:spPr>
          <a:xfrm>
            <a:off x="3063515" y="6530589"/>
            <a:ext cx="1856960" cy="162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3240741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2 B Colored standard - Blue 2 column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1E4CEC52-FFB7-3E8E-69A6-421760C6131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9000">
                <a:srgbClr val="106FFF"/>
              </a:gs>
              <a:gs pos="17000">
                <a:schemeClr val="accent2"/>
              </a:gs>
              <a:gs pos="0">
                <a:srgbClr val="0046AD"/>
              </a:gs>
              <a:gs pos="90000">
                <a:srgbClr val="2DC1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BE3BC-81B3-E530-1E0F-0C26B5AFD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DFC8-1BC3-43DA-BCD5-916305E849D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E3A3C9-C608-2087-F225-C2794EF0DD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16E9BAF-1208-BD05-F437-5E37CC3B47A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587374" y="1304926"/>
            <a:ext cx="5329239" cy="49688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35E6540-9D0E-9B0B-B7D3-13C4C1107D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376" y="6445779"/>
            <a:ext cx="2036082" cy="222641"/>
          </a:xfrm>
          <a:prstGeom prst="rect">
            <a:avLst/>
          </a:prstGeom>
        </p:spPr>
      </p:pic>
      <p:sp>
        <p:nvSpPr>
          <p:cNvPr id="3" name="!!Arrow left">
            <a:extLst>
              <a:ext uri="{FF2B5EF4-FFF2-40B4-BE49-F238E27FC236}">
                <a16:creationId xmlns:a16="http://schemas.microsoft.com/office/drawing/2014/main" id="{54185F26-ACE6-DA97-4BF1-7D9B83DEAB9A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0" y="152130"/>
            <a:ext cx="403200" cy="805481"/>
          </a:xfrm>
          <a:prstGeom prst="leftArrow">
            <a:avLst>
              <a:gd name="adj1" fmla="val 100000"/>
              <a:gd name="adj2" fmla="val 1325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202C838-137C-B542-136E-D268537E3180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6276365" y="1306800"/>
            <a:ext cx="5329239" cy="4967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!!L4 STRICTLY CONFIDENTIAL" hidden="1">
            <a:extLst>
              <a:ext uri="{FF2B5EF4-FFF2-40B4-BE49-F238E27FC236}">
                <a16:creationId xmlns:a16="http://schemas.microsoft.com/office/drawing/2014/main" id="{DF127B69-5922-F36B-A7B2-0C3860854172}"/>
              </a:ext>
            </a:extLst>
          </p:cNvPr>
          <p:cNvSpPr txBox="1"/>
          <p:nvPr userDrawn="1"/>
        </p:nvSpPr>
        <p:spPr>
          <a:xfrm>
            <a:off x="3060807" y="6452633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9" name="!!L3 CONFIDENTIAL" hidden="1">
            <a:extLst>
              <a:ext uri="{FF2B5EF4-FFF2-40B4-BE49-F238E27FC236}">
                <a16:creationId xmlns:a16="http://schemas.microsoft.com/office/drawing/2014/main" id="{BF7B3F06-44FB-1F20-5DB3-F1214B998E8B}"/>
              </a:ext>
            </a:extLst>
          </p:cNvPr>
          <p:cNvSpPr txBox="1"/>
          <p:nvPr userDrawn="1"/>
        </p:nvSpPr>
        <p:spPr>
          <a:xfrm>
            <a:off x="3060807" y="6452633"/>
            <a:ext cx="1185861" cy="2160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accent2"/>
                </a:solidFill>
              </a:rPr>
              <a:t>CONFIDENTIAL</a:t>
            </a:r>
          </a:p>
        </p:txBody>
      </p:sp>
      <p:sp>
        <p:nvSpPr>
          <p:cNvPr id="11" name="!!L2 INTERNAL USE">
            <a:extLst>
              <a:ext uri="{FF2B5EF4-FFF2-40B4-BE49-F238E27FC236}">
                <a16:creationId xmlns:a16="http://schemas.microsoft.com/office/drawing/2014/main" id="{5361520B-4C74-F4AC-3525-82A873029220}"/>
              </a:ext>
            </a:extLst>
          </p:cNvPr>
          <p:cNvSpPr txBox="1"/>
          <p:nvPr userDrawn="1"/>
        </p:nvSpPr>
        <p:spPr>
          <a:xfrm>
            <a:off x="3063515" y="6530589"/>
            <a:ext cx="1856960" cy="162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5897978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3 Colored standard - Purpl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CCE1B6-D0F1-C36A-9E1B-70540D79528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9000">
                <a:schemeClr val="accent2"/>
              </a:gs>
              <a:gs pos="0">
                <a:srgbClr val="0046AD"/>
              </a:gs>
              <a:gs pos="70000">
                <a:srgbClr val="9F1FF7"/>
              </a:gs>
              <a:gs pos="85000">
                <a:srgbClr val="C919F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BE3BC-81B3-E530-1E0F-0C26B5AFD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DFC8-1BC3-43DA-BCD5-916305E849D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E3A3C9-C608-2087-F225-C2794EF0DD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3A154A5-E59D-A167-08F5-7166E588DB0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587374" y="1304926"/>
            <a:ext cx="11017250" cy="49688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9406A19-646E-C7CA-F992-638C19420F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376" y="6445779"/>
            <a:ext cx="2036082" cy="222641"/>
          </a:xfrm>
          <a:prstGeom prst="rect">
            <a:avLst/>
          </a:prstGeom>
        </p:spPr>
      </p:pic>
      <p:sp>
        <p:nvSpPr>
          <p:cNvPr id="3" name="!!Arrow left">
            <a:extLst>
              <a:ext uri="{FF2B5EF4-FFF2-40B4-BE49-F238E27FC236}">
                <a16:creationId xmlns:a16="http://schemas.microsoft.com/office/drawing/2014/main" id="{E5A8B238-51E3-1301-2C9A-ED8EAF31B827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0" y="152130"/>
            <a:ext cx="403200" cy="805481"/>
          </a:xfrm>
          <a:prstGeom prst="leftArrow">
            <a:avLst>
              <a:gd name="adj1" fmla="val 100000"/>
              <a:gd name="adj2" fmla="val 1325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8968BAC-01E3-E2B1-423A-78FFD1462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6295" y="152130"/>
            <a:ext cx="3600" cy="3600"/>
          </a:xfrm>
          <a:prstGeom prst="rightArrow">
            <a:avLst>
              <a:gd name="adj1" fmla="val 50000"/>
              <a:gd name="adj2" fmla="val 13944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6" name="!!L4 STRICTLY CONFIDENTIAL" hidden="1">
            <a:extLst>
              <a:ext uri="{FF2B5EF4-FFF2-40B4-BE49-F238E27FC236}">
                <a16:creationId xmlns:a16="http://schemas.microsoft.com/office/drawing/2014/main" id="{5F5C2E8D-3A8D-BC4C-27D6-81653D362148}"/>
              </a:ext>
            </a:extLst>
          </p:cNvPr>
          <p:cNvSpPr txBox="1"/>
          <p:nvPr userDrawn="1"/>
        </p:nvSpPr>
        <p:spPr>
          <a:xfrm>
            <a:off x="3060807" y="6452633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9" name="!!L3 CONFIDENTIAL" hidden="1">
            <a:extLst>
              <a:ext uri="{FF2B5EF4-FFF2-40B4-BE49-F238E27FC236}">
                <a16:creationId xmlns:a16="http://schemas.microsoft.com/office/drawing/2014/main" id="{7DA7D109-8812-8ADD-5D22-6A9B6D070C41}"/>
              </a:ext>
            </a:extLst>
          </p:cNvPr>
          <p:cNvSpPr txBox="1"/>
          <p:nvPr userDrawn="1"/>
        </p:nvSpPr>
        <p:spPr>
          <a:xfrm>
            <a:off x="3060807" y="6452633"/>
            <a:ext cx="1185861" cy="2160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accent2"/>
                </a:solidFill>
              </a:rPr>
              <a:t>CONFIDENTIAL</a:t>
            </a:r>
          </a:p>
        </p:txBody>
      </p:sp>
      <p:sp>
        <p:nvSpPr>
          <p:cNvPr id="11" name="!!L2 INTERNAL USE">
            <a:extLst>
              <a:ext uri="{FF2B5EF4-FFF2-40B4-BE49-F238E27FC236}">
                <a16:creationId xmlns:a16="http://schemas.microsoft.com/office/drawing/2014/main" id="{C6433A0E-F3F3-5DFC-3574-B4CF61238FF4}"/>
              </a:ext>
            </a:extLst>
          </p:cNvPr>
          <p:cNvSpPr txBox="1"/>
          <p:nvPr userDrawn="1"/>
        </p:nvSpPr>
        <p:spPr>
          <a:xfrm>
            <a:off x="3063515" y="6530589"/>
            <a:ext cx="1856960" cy="162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969967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3 B Colored standard - Purple 2 column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EAF0B9A-D73E-9EE9-1A45-6A516861BC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9000">
                <a:schemeClr val="accent2"/>
              </a:gs>
              <a:gs pos="0">
                <a:srgbClr val="0046AD"/>
              </a:gs>
              <a:gs pos="70000">
                <a:srgbClr val="9F1FF7"/>
              </a:gs>
              <a:gs pos="85000">
                <a:srgbClr val="C919F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BE3BC-81B3-E530-1E0F-0C26B5AFD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DFC8-1BC3-43DA-BCD5-916305E849D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E3A3C9-C608-2087-F225-C2794EF0DD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3A154A5-E59D-A167-08F5-7166E588DB0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white">
          <a:xfrm>
            <a:off x="587374" y="1304926"/>
            <a:ext cx="5329239" cy="49688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9406A19-646E-C7CA-F992-638C19420F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376" y="6445779"/>
            <a:ext cx="2036082" cy="222641"/>
          </a:xfrm>
          <a:prstGeom prst="rect">
            <a:avLst/>
          </a:prstGeom>
        </p:spPr>
      </p:pic>
      <p:sp>
        <p:nvSpPr>
          <p:cNvPr id="3" name="!!Arrow left">
            <a:extLst>
              <a:ext uri="{FF2B5EF4-FFF2-40B4-BE49-F238E27FC236}">
                <a16:creationId xmlns:a16="http://schemas.microsoft.com/office/drawing/2014/main" id="{E5A8B238-51E3-1301-2C9A-ED8EAF31B827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0" y="152130"/>
            <a:ext cx="403200" cy="805481"/>
          </a:xfrm>
          <a:prstGeom prst="leftArrow">
            <a:avLst>
              <a:gd name="adj1" fmla="val 100000"/>
              <a:gd name="adj2" fmla="val 1325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9F5470C-BDBE-D8F9-D078-763F5DA50C8E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white">
          <a:xfrm>
            <a:off x="6275389" y="1304926"/>
            <a:ext cx="5329239" cy="49688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!!L4 STRICTLY CONFIDENTIAL" hidden="1">
            <a:extLst>
              <a:ext uri="{FF2B5EF4-FFF2-40B4-BE49-F238E27FC236}">
                <a16:creationId xmlns:a16="http://schemas.microsoft.com/office/drawing/2014/main" id="{0FAA87A3-D46E-BB7F-8AB2-D402180B6177}"/>
              </a:ext>
            </a:extLst>
          </p:cNvPr>
          <p:cNvSpPr txBox="1"/>
          <p:nvPr userDrawn="1"/>
        </p:nvSpPr>
        <p:spPr>
          <a:xfrm>
            <a:off x="3060807" y="6452633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9" name="!!L3 CONFIDENTIAL" hidden="1">
            <a:extLst>
              <a:ext uri="{FF2B5EF4-FFF2-40B4-BE49-F238E27FC236}">
                <a16:creationId xmlns:a16="http://schemas.microsoft.com/office/drawing/2014/main" id="{43206BB2-3F1B-C983-C81A-F08EFD182523}"/>
              </a:ext>
            </a:extLst>
          </p:cNvPr>
          <p:cNvSpPr txBox="1"/>
          <p:nvPr userDrawn="1"/>
        </p:nvSpPr>
        <p:spPr>
          <a:xfrm>
            <a:off x="3060807" y="6452633"/>
            <a:ext cx="1185861" cy="2160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accent2"/>
                </a:solidFill>
              </a:rPr>
              <a:t>CONFIDENTIAL</a:t>
            </a:r>
          </a:p>
        </p:txBody>
      </p:sp>
      <p:sp>
        <p:nvSpPr>
          <p:cNvPr id="11" name="!!L2 INTERNAL USE">
            <a:extLst>
              <a:ext uri="{FF2B5EF4-FFF2-40B4-BE49-F238E27FC236}">
                <a16:creationId xmlns:a16="http://schemas.microsoft.com/office/drawing/2014/main" id="{73524FE3-0908-858C-9F4A-AF72EF051561}"/>
              </a:ext>
            </a:extLst>
          </p:cNvPr>
          <p:cNvSpPr txBox="1"/>
          <p:nvPr userDrawn="1"/>
        </p:nvSpPr>
        <p:spPr>
          <a:xfrm>
            <a:off x="3063515" y="6530589"/>
            <a:ext cx="1856960" cy="162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024721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4 Colored standard - Green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E1F5A49B-EAF1-A999-C1B9-D8F268080F4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3000">
                <a:srgbClr val="0087FF"/>
              </a:gs>
              <a:gs pos="15000">
                <a:srgbClr val="2230FE"/>
              </a:gs>
              <a:gs pos="0">
                <a:srgbClr val="0046AD"/>
              </a:gs>
              <a:gs pos="65000">
                <a:srgbClr val="14B6B3"/>
              </a:gs>
              <a:gs pos="86000">
                <a:srgbClr val="26DE7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BE3BC-81B3-E530-1E0F-0C26B5AFD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DFC8-1BC3-43DA-BCD5-916305E849D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E3A3C9-C608-2087-F225-C2794EF0DD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F9A6220-5E3A-DD66-82DC-03DA83DD8E4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white">
          <a:xfrm>
            <a:off x="587374" y="1304926"/>
            <a:ext cx="11017250" cy="49688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11D355E-37E8-ED66-E933-BE68A83119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376" y="6445779"/>
            <a:ext cx="2036082" cy="222641"/>
          </a:xfrm>
          <a:prstGeom prst="rect">
            <a:avLst/>
          </a:prstGeom>
        </p:spPr>
      </p:pic>
      <p:sp>
        <p:nvSpPr>
          <p:cNvPr id="3" name="!!Arrow left">
            <a:extLst>
              <a:ext uri="{FF2B5EF4-FFF2-40B4-BE49-F238E27FC236}">
                <a16:creationId xmlns:a16="http://schemas.microsoft.com/office/drawing/2014/main" id="{CC32CAAD-B4CC-26D2-1C9F-31673E243496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0" y="152130"/>
            <a:ext cx="403200" cy="805481"/>
          </a:xfrm>
          <a:prstGeom prst="leftArrow">
            <a:avLst>
              <a:gd name="adj1" fmla="val 100000"/>
              <a:gd name="adj2" fmla="val 1325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9B34B8-6900-944B-543D-14ABD20F3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6295" y="152130"/>
            <a:ext cx="3600" cy="3600"/>
          </a:xfrm>
          <a:prstGeom prst="rightArrow">
            <a:avLst>
              <a:gd name="adj1" fmla="val 50000"/>
              <a:gd name="adj2" fmla="val 13944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6" name="!!L4 STRICTLY CONFIDENTIAL" hidden="1">
            <a:extLst>
              <a:ext uri="{FF2B5EF4-FFF2-40B4-BE49-F238E27FC236}">
                <a16:creationId xmlns:a16="http://schemas.microsoft.com/office/drawing/2014/main" id="{FC3EF443-B6E6-AF5A-B441-71A7F5271D4C}"/>
              </a:ext>
            </a:extLst>
          </p:cNvPr>
          <p:cNvSpPr txBox="1"/>
          <p:nvPr userDrawn="1"/>
        </p:nvSpPr>
        <p:spPr>
          <a:xfrm>
            <a:off x="3060807" y="6452633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9" name="!!L3 CONFIDENTIAL" hidden="1">
            <a:extLst>
              <a:ext uri="{FF2B5EF4-FFF2-40B4-BE49-F238E27FC236}">
                <a16:creationId xmlns:a16="http://schemas.microsoft.com/office/drawing/2014/main" id="{16F9AF49-A0D1-A9E1-B406-5EBC9C2108C0}"/>
              </a:ext>
            </a:extLst>
          </p:cNvPr>
          <p:cNvSpPr txBox="1"/>
          <p:nvPr userDrawn="1"/>
        </p:nvSpPr>
        <p:spPr>
          <a:xfrm>
            <a:off x="3060807" y="6452633"/>
            <a:ext cx="1185861" cy="2160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accent2"/>
                </a:solidFill>
              </a:rPr>
              <a:t>CONFIDENTIAL</a:t>
            </a:r>
          </a:p>
        </p:txBody>
      </p:sp>
      <p:sp>
        <p:nvSpPr>
          <p:cNvPr id="11" name="!!L2 INTERNAL USE">
            <a:extLst>
              <a:ext uri="{FF2B5EF4-FFF2-40B4-BE49-F238E27FC236}">
                <a16:creationId xmlns:a16="http://schemas.microsoft.com/office/drawing/2014/main" id="{AA5074C4-8A33-6F7F-448C-B160768449C9}"/>
              </a:ext>
            </a:extLst>
          </p:cNvPr>
          <p:cNvSpPr txBox="1"/>
          <p:nvPr userDrawn="1"/>
        </p:nvSpPr>
        <p:spPr>
          <a:xfrm>
            <a:off x="3063515" y="6530589"/>
            <a:ext cx="1856960" cy="162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026772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556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-4 B Colored standard - Green 2 column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10B98AE4-143A-678C-DB53-1A9E88208C3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3000">
                <a:srgbClr val="0087FF"/>
              </a:gs>
              <a:gs pos="15000">
                <a:srgbClr val="2230FE"/>
              </a:gs>
              <a:gs pos="0">
                <a:srgbClr val="0046AD"/>
              </a:gs>
              <a:gs pos="65000">
                <a:srgbClr val="14B6B3"/>
              </a:gs>
              <a:gs pos="86000">
                <a:srgbClr val="26DE7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BE3BC-81B3-E530-1E0F-0C26B5AFD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7DFC8-1BC3-43DA-BCD5-916305E849D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AE3A3C9-C608-2087-F225-C2794EF0DD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F9A6220-5E3A-DD66-82DC-03DA83DD8E4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white">
          <a:xfrm>
            <a:off x="587374" y="1304926"/>
            <a:ext cx="5329239" cy="49688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11D355E-37E8-ED66-E933-BE68A83119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376" y="6445779"/>
            <a:ext cx="2036082" cy="222641"/>
          </a:xfrm>
          <a:prstGeom prst="rect">
            <a:avLst/>
          </a:prstGeom>
        </p:spPr>
      </p:pic>
      <p:sp>
        <p:nvSpPr>
          <p:cNvPr id="3" name="!!Arrow left">
            <a:extLst>
              <a:ext uri="{FF2B5EF4-FFF2-40B4-BE49-F238E27FC236}">
                <a16:creationId xmlns:a16="http://schemas.microsoft.com/office/drawing/2014/main" id="{CC32CAAD-B4CC-26D2-1C9F-31673E243496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0" y="152130"/>
            <a:ext cx="403200" cy="805481"/>
          </a:xfrm>
          <a:prstGeom prst="leftArrow">
            <a:avLst>
              <a:gd name="adj1" fmla="val 100000"/>
              <a:gd name="adj2" fmla="val 1325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0B9849-60D8-F012-E030-ACEF69968E78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white">
          <a:xfrm>
            <a:off x="6275389" y="1304926"/>
            <a:ext cx="5329239" cy="49688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!!L4 STRICTLY CONFIDENTIAL" hidden="1">
            <a:extLst>
              <a:ext uri="{FF2B5EF4-FFF2-40B4-BE49-F238E27FC236}">
                <a16:creationId xmlns:a16="http://schemas.microsoft.com/office/drawing/2014/main" id="{41A47251-83A9-0D82-F340-34F339A83F1F}"/>
              </a:ext>
            </a:extLst>
          </p:cNvPr>
          <p:cNvSpPr txBox="1"/>
          <p:nvPr userDrawn="1"/>
        </p:nvSpPr>
        <p:spPr>
          <a:xfrm>
            <a:off x="3060807" y="6452633"/>
            <a:ext cx="1846261" cy="216000"/>
          </a:xfrm>
          <a:prstGeom prst="rect">
            <a:avLst/>
          </a:prstGeom>
          <a:solidFill>
            <a:schemeClr val="accent6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STRICTLY CONFIDENTIAL</a:t>
            </a:r>
          </a:p>
        </p:txBody>
      </p:sp>
      <p:sp>
        <p:nvSpPr>
          <p:cNvPr id="9" name="!!L3 CONFIDENTIAL" hidden="1">
            <a:extLst>
              <a:ext uri="{FF2B5EF4-FFF2-40B4-BE49-F238E27FC236}">
                <a16:creationId xmlns:a16="http://schemas.microsoft.com/office/drawing/2014/main" id="{27457B09-74E2-00D2-B022-6F87BE90AC79}"/>
              </a:ext>
            </a:extLst>
          </p:cNvPr>
          <p:cNvSpPr txBox="1"/>
          <p:nvPr userDrawn="1"/>
        </p:nvSpPr>
        <p:spPr>
          <a:xfrm>
            <a:off x="3060807" y="6452633"/>
            <a:ext cx="1185861" cy="2160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accent2"/>
                </a:solidFill>
              </a:rPr>
              <a:t>CONFIDENTIAL</a:t>
            </a:r>
          </a:p>
        </p:txBody>
      </p:sp>
      <p:sp>
        <p:nvSpPr>
          <p:cNvPr id="11" name="!!L2 INTERNAL USE">
            <a:extLst>
              <a:ext uri="{FF2B5EF4-FFF2-40B4-BE49-F238E27FC236}">
                <a16:creationId xmlns:a16="http://schemas.microsoft.com/office/drawing/2014/main" id="{9B9E255A-17E1-D00B-C891-362592A73A02}"/>
              </a:ext>
            </a:extLst>
          </p:cNvPr>
          <p:cNvSpPr txBox="1"/>
          <p:nvPr userDrawn="1"/>
        </p:nvSpPr>
        <p:spPr>
          <a:xfrm>
            <a:off x="3063515" y="6530589"/>
            <a:ext cx="1856960" cy="162000"/>
          </a:xfrm>
          <a:prstGeom prst="rect">
            <a:avLst/>
          </a:prstGeom>
          <a:noFill/>
        </p:spPr>
        <p:txBody>
          <a:bodyPr wrap="square" lIns="0" rtlCol="0" anchor="ctr" anchorCtr="0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200" dirty="0">
                <a:solidFill>
                  <a:schemeClr val="bg1"/>
                </a:solidFill>
              </a:rPr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874812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556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1 Impact slide - Blue tone Img.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6B7AFC8D-AC18-B11A-E632-A1AF45B472C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9000">
                <a:srgbClr val="106FFF"/>
              </a:gs>
              <a:gs pos="17000">
                <a:schemeClr val="accent2"/>
              </a:gs>
              <a:gs pos="0">
                <a:srgbClr val="0046AD"/>
              </a:gs>
              <a:gs pos="90000">
                <a:srgbClr val="2DC1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600" dirty="0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EB7D91DF-2644-FF2D-437E-BEEAABD3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  <a:noFill/>
        </p:spPr>
        <p:txBody>
          <a:bodyPr tIns="864000" rIns="108000" anchor="ctr" anchorCtr="0"/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</a:t>
            </a:r>
            <a:br>
              <a:rPr lang="en-US" dirty="0"/>
            </a:br>
            <a:r>
              <a:rPr lang="en-US" altLang="ja-JP" dirty="0"/>
              <a:t>Change picture transparency for color toning effect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17534FC-2B7A-F2A0-C7DD-00F10CD7E9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Tx/>
              <a:buNone/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C90F84-6418-2B9D-9740-D23912BBED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02E2B2F-2F59-314F-0A71-7BB133DB7E2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F5F9345-FF18-0949-B82C-EC7F31DA15B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1903FD0-BB4D-AC3A-A0C0-A24472DC10A0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35226" y="6387548"/>
            <a:ext cx="2135087" cy="331435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67116046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2 Impact slide - Purple tone Img.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042D39D-C989-C2DF-D3C7-49251CB5AC2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9000">
                <a:schemeClr val="accent2"/>
              </a:gs>
              <a:gs pos="0">
                <a:srgbClr val="0046AD"/>
              </a:gs>
              <a:gs pos="70000">
                <a:srgbClr val="9F1FF7"/>
              </a:gs>
              <a:gs pos="85000">
                <a:srgbClr val="C919F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600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EB7D91DF-2644-FF2D-437E-BEEAABD3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  <a:noFill/>
        </p:spPr>
        <p:txBody>
          <a:bodyPr tIns="864000" rIns="108000" anchor="ctr" anchorCtr="0"/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</a:t>
            </a:r>
            <a:br>
              <a:rPr lang="en-US" dirty="0"/>
            </a:br>
            <a:r>
              <a:rPr lang="en-US" altLang="ja-JP" dirty="0"/>
              <a:t>Change picture transparency for color toning effect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17534FC-2B7A-F2A0-C7DD-00F10CD7E9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Tx/>
              <a:buNone/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C90F84-6418-2B9D-9740-D23912BBED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02E2B2F-2F59-314F-0A71-7BB133DB7E2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F5F9345-FF18-0949-B82C-EC7F31DA15B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9A27F10-E9B1-78FE-6CC5-61A18EB2C54E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35226" y="6387548"/>
            <a:ext cx="2135087" cy="331435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10925307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3 Impact slide - Green tone Img.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AC8B7067-6E2F-7CC0-F18F-4044322520F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3000">
                <a:srgbClr val="0087FF"/>
              </a:gs>
              <a:gs pos="15000">
                <a:srgbClr val="2230FE"/>
              </a:gs>
              <a:gs pos="0">
                <a:srgbClr val="0046AD"/>
              </a:gs>
              <a:gs pos="65000">
                <a:srgbClr val="14B6B3"/>
              </a:gs>
              <a:gs pos="86000">
                <a:srgbClr val="26DE7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600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EB7D91DF-2644-FF2D-437E-BEEAABD3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  <a:noFill/>
        </p:spPr>
        <p:txBody>
          <a:bodyPr tIns="864000" rIns="108000" anchor="ctr" anchorCtr="0"/>
          <a:lstStyle>
            <a:lvl1pPr marL="0" indent="0" algn="ctr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</a:t>
            </a:r>
            <a:br>
              <a:rPr lang="en-US" dirty="0"/>
            </a:br>
            <a:r>
              <a:rPr lang="en-US" altLang="ja-JP" dirty="0"/>
              <a:t>Change picture transparency for color toning effect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17534FC-2B7A-F2A0-C7DD-00F10CD7E9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152130"/>
            <a:ext cx="385894" cy="805481"/>
          </a:xfrm>
          <a:prstGeom prst="rightArrow">
            <a:avLst>
              <a:gd name="adj1" fmla="val 50000"/>
              <a:gd name="adj2" fmla="val 139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Tx/>
              <a:buNone/>
              <a:defRPr lang="en-US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C90F84-6418-2B9D-9740-D23912BBED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02E2B2F-2F59-314F-0A71-7BB133DB7E2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F5F9345-FF18-0949-B82C-EC7F31DA15B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52C02DF-F3DE-39AD-D55D-4CFA86262B4E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35226" y="6387548"/>
            <a:ext cx="2135087" cy="331435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0259929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4 Impact slide Full Img. 1 s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B6E4E7-2CF0-E986-5CAF-0FEF9643A2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864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0C470E1D-EB07-0853-3CAF-19F121EAE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01460" y="1848496"/>
            <a:ext cx="1422893" cy="280205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16" name="Slide Number Placeholder 14">
            <a:extLst>
              <a:ext uri="{FF2B5EF4-FFF2-40B4-BE49-F238E27FC236}">
                <a16:creationId xmlns:a16="http://schemas.microsoft.com/office/drawing/2014/main" id="{362BC536-CB85-FFFF-F331-37EF947080C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5659" y="6544221"/>
            <a:ext cx="39896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EF0F5FD7-3476-8768-E5B4-6767164484F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920474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3BA8C1-DB3A-09AF-71D6-ABA3EF378827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35226" y="6387548"/>
            <a:ext cx="2135087" cy="331435"/>
          </a:xfr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3164444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5 Impact slide Full 1mg. 1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B6E4E7-2CF0-E986-5CAF-0FEF9643A2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864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0C470E1D-EB07-0853-3CAF-19F121EAE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5400000">
            <a:off x="5384553" y="831244"/>
            <a:ext cx="1422893" cy="280205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16" name="Slide Number Placeholder 14">
            <a:extLst>
              <a:ext uri="{FF2B5EF4-FFF2-40B4-BE49-F238E27FC236}">
                <a16:creationId xmlns:a16="http://schemas.microsoft.com/office/drawing/2014/main" id="{362BC536-CB85-FFFF-F331-37EF947080C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5659" y="6544221"/>
            <a:ext cx="39896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EF0F5FD7-3476-8768-E5B4-6767164484F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920474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517450B3-CB21-F799-F7D7-37E102A6F2C3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35226" y="6387548"/>
            <a:ext cx="2135087" cy="331435"/>
          </a:xfr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3120747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6 Impact slide Full Img. 2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B6E4E7-2CF0-E986-5CAF-0FEF9643A2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864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17594FF-8F7F-195B-F671-27C456D03FE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5" name="Footer Placeholder 7">
            <a:extLst>
              <a:ext uri="{FF2B5EF4-FFF2-40B4-BE49-F238E27FC236}">
                <a16:creationId xmlns:a16="http://schemas.microsoft.com/office/drawing/2014/main" id="{0A0409E2-2795-18FF-8B8D-0B302EA0D83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920474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D59676F-01B6-273C-8F8A-B8774A843C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flipH="1">
            <a:off x="10753398" y="2527427"/>
            <a:ext cx="922665" cy="1816974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F3E4B67-CF85-08E3-C87B-B00FE06AA9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2527427"/>
            <a:ext cx="922665" cy="1816974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9FDA5FE9-5E55-45EF-D6C4-7894B3D97244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35226" y="6387548"/>
            <a:ext cx="2135087" cy="331435"/>
          </a:xfr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08289748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7 Impact slide Full Img. 2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B6E4E7-2CF0-E986-5CAF-0FEF9643A2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864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D59676F-01B6-273C-8F8A-B8774A843C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5400000" flipH="1">
            <a:off x="5650032" y="3692358"/>
            <a:ext cx="922665" cy="1816974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F3E4B67-CF85-08E3-C87B-B00FE06AA9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5400000">
            <a:off x="5650032" y="1274527"/>
            <a:ext cx="922665" cy="1816974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  <p:sp>
        <p:nvSpPr>
          <p:cNvPr id="19" name="Slide Number Placeholder 14">
            <a:extLst>
              <a:ext uri="{FF2B5EF4-FFF2-40B4-BE49-F238E27FC236}">
                <a16:creationId xmlns:a16="http://schemas.microsoft.com/office/drawing/2014/main" id="{C60474AB-C1F3-2763-E4F5-FF81F8A08DA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5659" y="6544221"/>
            <a:ext cx="39896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2A77143D-5B23-405E-09E1-1DFB1973369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920474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7F7947A-7DC6-0EE7-FFA7-6F94B71089B5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35226" y="6387548"/>
            <a:ext cx="2135087" cy="331435"/>
          </a:xfr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5995538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8 Impact slide Full img. No sh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B6E4E7-2CF0-E986-5CAF-0FEF9643A2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tIns="864000" anchor="ctr" anchorCtr="0"/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6" name="Slide Number Placeholder 14">
            <a:extLst>
              <a:ext uri="{FF2B5EF4-FFF2-40B4-BE49-F238E27FC236}">
                <a16:creationId xmlns:a16="http://schemas.microsoft.com/office/drawing/2014/main" id="{362BC536-CB85-FFFF-F331-37EF947080C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5659" y="6544221"/>
            <a:ext cx="39896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EF0F5FD7-3476-8768-E5B4-6767164484F5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920474" y="6544221"/>
            <a:ext cx="6285185" cy="16164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6FC767CC-C8E9-FD9E-2B13-025865D39F76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35226" y="6387548"/>
            <a:ext cx="2135087" cy="331435"/>
          </a:xfr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193675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2pPr>
            <a:lvl3pPr marL="412138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3pPr>
            <a:lvl4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4pPr>
            <a:lvl5pPr marL="414000" indent="0">
              <a:buFontTx/>
              <a:buNone/>
              <a:defRPr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2662620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-1 End - Blu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0A009E-4F81-74C0-5463-E0036A9CCDD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9000">
                <a:srgbClr val="106FFF"/>
              </a:gs>
              <a:gs pos="17000">
                <a:schemeClr val="accent2"/>
              </a:gs>
              <a:gs pos="0">
                <a:srgbClr val="0046AD"/>
              </a:gs>
              <a:gs pos="90000">
                <a:srgbClr val="2DC1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600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3BB9CF4-3F20-5E3E-B3BA-044BD88ED7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9498" y="2848445"/>
            <a:ext cx="3353004" cy="1161111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EF7A1C0-BD7E-351A-A115-233B6A1991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920474" y="6984000"/>
            <a:ext cx="6285185" cy="161649"/>
          </a:xfrm>
        </p:spPr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D01F98-7352-B147-E449-F5897CBA18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5659" y="6984000"/>
            <a:ext cx="398965" cy="161649"/>
          </a:xfrm>
        </p:spPr>
        <p:txBody>
          <a:bodyPr/>
          <a:lstStyle/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7285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-2 End - Purpl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8523C8A-E76E-72B2-13EF-ACA1D26E69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9000">
                <a:schemeClr val="accent2"/>
              </a:gs>
              <a:gs pos="0">
                <a:srgbClr val="0046AD"/>
              </a:gs>
              <a:gs pos="70000">
                <a:srgbClr val="9F1FF7"/>
              </a:gs>
              <a:gs pos="85000">
                <a:srgbClr val="C919F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6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ED840E3-B85C-598B-DEC6-B251E8D551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9498" y="2848445"/>
            <a:ext cx="3353004" cy="1161111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BBAB03A-A7E8-C011-2242-0A16132912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920474" y="6984000"/>
            <a:ext cx="6285185" cy="161649"/>
          </a:xfrm>
        </p:spPr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D087D-548E-8538-7E6A-5A9C9DB46B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5659" y="6984000"/>
            <a:ext cx="398965" cy="161649"/>
          </a:xfrm>
        </p:spPr>
        <p:txBody>
          <a:bodyPr/>
          <a:lstStyle/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7685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-3 End - Green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>
            <a:extLst>
              <a:ext uri="{FF2B5EF4-FFF2-40B4-BE49-F238E27FC236}">
                <a16:creationId xmlns:a16="http://schemas.microsoft.com/office/drawing/2014/main" id="{D51AE596-937C-5D49-04CF-34EC25904DC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3000">
                <a:srgbClr val="0087FF"/>
              </a:gs>
              <a:gs pos="15000">
                <a:srgbClr val="2230FE"/>
              </a:gs>
              <a:gs pos="0">
                <a:srgbClr val="0046AD"/>
              </a:gs>
              <a:gs pos="65000">
                <a:srgbClr val="14B6B3"/>
              </a:gs>
              <a:gs pos="86000">
                <a:srgbClr val="26DE7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6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BC1B29-38CB-87A7-6B35-BE7ABB6448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9498" y="2848445"/>
            <a:ext cx="3353004" cy="1161111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8E31F21-42F7-650C-2DF2-5E540BBDDE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920474" y="6984000"/>
            <a:ext cx="6285185" cy="161649"/>
          </a:xfrm>
        </p:spPr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B3BD7-6081-0041-EBC1-E91161CEF7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5659" y="6984000"/>
            <a:ext cx="398965" cy="161649"/>
          </a:xfrm>
        </p:spPr>
        <p:txBody>
          <a:bodyPr/>
          <a:lstStyle/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629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-4 End - TDK Blu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F50BEC5-E6C8-CDC5-E8B5-B2EB19B959A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lang="sv-SE" dirty="0" err="1">
              <a:solidFill>
                <a:schemeClr val="tx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165740C-7C67-E715-6556-2256082578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9498" y="2848445"/>
            <a:ext cx="3353004" cy="1161111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11BCD91-5F26-B800-C8A2-89522F1890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920474" y="6984000"/>
            <a:ext cx="6285185" cy="161649"/>
          </a:xfrm>
        </p:spPr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95B768-C287-58C2-8255-DB73C02F43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5659" y="6984000"/>
            <a:ext cx="398965" cy="161649"/>
          </a:xfrm>
        </p:spPr>
        <p:txBody>
          <a:bodyPr/>
          <a:lstStyle/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7038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-5 End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B7F7885D-F5EF-5F86-E9EB-1BECD1C5BD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9498" y="2848445"/>
            <a:ext cx="3353004" cy="1161111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07693-2D52-D484-4E0D-E427E6E6FD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920474" y="6984000"/>
            <a:ext cx="6285185" cy="161649"/>
          </a:xfrm>
        </p:spPr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CBFA36-46D0-4943-B6E9-B3584CAD05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5659" y="6984000"/>
            <a:ext cx="398965" cy="161649"/>
          </a:xfrm>
        </p:spPr>
        <p:txBody>
          <a:bodyPr/>
          <a:lstStyle/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1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E118B2-1A34-1FEC-017F-B8F900D76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4" y="274818"/>
            <a:ext cx="11017250" cy="972000"/>
          </a:xfrm>
          <a:prstGeom prst="rect">
            <a:avLst/>
          </a:prstGeom>
        </p:spPr>
        <p:txBody>
          <a:bodyPr vert="horz" lIns="0" tIns="72000" rIns="91440" bIns="45720" rtlCol="0" anchor="t" anchorCtr="0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85238-48ED-1491-DCD4-E91086A98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4" y="1304926"/>
            <a:ext cx="11017249" cy="4968876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 (20pt)</a:t>
            </a:r>
          </a:p>
          <a:p>
            <a:pPr lvl="1"/>
            <a:r>
              <a:rPr lang="en-US" dirty="0"/>
              <a:t>Second level (18pt)</a:t>
            </a:r>
          </a:p>
          <a:p>
            <a:pPr lvl="2"/>
            <a:r>
              <a:rPr lang="en-US" dirty="0"/>
              <a:t>Third level (16pt)</a:t>
            </a:r>
          </a:p>
          <a:p>
            <a:pPr lvl="3"/>
            <a:r>
              <a:rPr lang="en-US" dirty="0"/>
              <a:t>Fourth level (14pt)</a:t>
            </a:r>
          </a:p>
          <a:p>
            <a:pPr lvl="4"/>
            <a:r>
              <a:rPr lang="en-US" dirty="0"/>
              <a:t>Fifth level (12pt)</a:t>
            </a:r>
          </a:p>
          <a:p>
            <a:pPr lvl="8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25419-C6AA-A239-202D-F746F79371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20474" y="6544221"/>
            <a:ext cx="6285185" cy="1616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916A1-FD63-1B13-A9EC-54A0B2FAA8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05659" y="6544221"/>
            <a:ext cx="398965" cy="16164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91DAB662-2DEF-4FCA-85D7-1FA44B0FCD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58445D2-638A-3688-F1C8-F9D860AFCFA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0587038" y="63500"/>
            <a:ext cx="1577975" cy="2133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ja-JP" altLang="en-US" sz="14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L2: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371780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668" r:id="rId9"/>
    <p:sldLayoutId id="2147483670" r:id="rId10"/>
    <p:sldLayoutId id="2147483802" r:id="rId11"/>
    <p:sldLayoutId id="2147483820" r:id="rId12"/>
    <p:sldLayoutId id="2147483681" r:id="rId13"/>
    <p:sldLayoutId id="2147483868" r:id="rId14"/>
    <p:sldLayoutId id="2147483859" r:id="rId15"/>
    <p:sldLayoutId id="2147483815" r:id="rId16"/>
    <p:sldLayoutId id="2147483758" r:id="rId17"/>
    <p:sldLayoutId id="2147483814" r:id="rId18"/>
    <p:sldLayoutId id="2147483843" r:id="rId19"/>
    <p:sldLayoutId id="2147483844" r:id="rId20"/>
    <p:sldLayoutId id="2147483845" r:id="rId21"/>
    <p:sldLayoutId id="2147483846" r:id="rId22"/>
    <p:sldLayoutId id="2147483847" r:id="rId23"/>
    <p:sldLayoutId id="2147483848" r:id="rId24"/>
    <p:sldLayoutId id="2147483849" r:id="rId25"/>
    <p:sldLayoutId id="2147483850" r:id="rId26"/>
    <p:sldLayoutId id="2147483753" r:id="rId27"/>
    <p:sldLayoutId id="2147483816" r:id="rId28"/>
    <p:sldLayoutId id="2147483785" r:id="rId29"/>
    <p:sldLayoutId id="2147483817" r:id="rId30"/>
    <p:sldLayoutId id="2147483776" r:id="rId31"/>
    <p:sldLayoutId id="2147483818" r:id="rId32"/>
    <p:sldLayoutId id="2147483795" r:id="rId33"/>
    <p:sldLayoutId id="2147483819" r:id="rId34"/>
    <p:sldLayoutId id="2147483851" r:id="rId35"/>
    <p:sldLayoutId id="2147483852" r:id="rId36"/>
    <p:sldLayoutId id="2147483853" r:id="rId37"/>
    <p:sldLayoutId id="2147483854" r:id="rId38"/>
    <p:sldLayoutId id="2147483855" r:id="rId39"/>
    <p:sldLayoutId id="2147483856" r:id="rId40"/>
    <p:sldLayoutId id="2147483857" r:id="rId41"/>
    <p:sldLayoutId id="2147483858" r:id="rId42"/>
    <p:sldLayoutId id="2147483787" r:id="rId43"/>
    <p:sldLayoutId id="2147483777" r:id="rId44"/>
    <p:sldLayoutId id="2147483788" r:id="rId45"/>
    <p:sldLayoutId id="2147483703" r:id="rId46"/>
    <p:sldLayoutId id="2147483718" r:id="rId4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9088" indent="-319088" algn="l" defTabSz="914400" rtl="0" eaLnBrk="1" latinLnBrk="0" hangingPunct="1">
        <a:lnSpc>
          <a:spcPct val="100000"/>
        </a:lnSpc>
        <a:spcBef>
          <a:spcPts val="900"/>
        </a:spcBef>
        <a:buFont typeface="Wingdings 3" panose="05040102010807070707" pitchFamily="18" charset="2"/>
        <a:buChar char=""/>
        <a:tabLst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19075" algn="l" defTabSz="914400" rtl="0" eaLnBrk="1" latinLnBrk="0" hangingPunct="1">
        <a:lnSpc>
          <a:spcPct val="100000"/>
        </a:lnSpc>
        <a:spcBef>
          <a:spcPts val="900"/>
        </a:spcBef>
        <a:buFont typeface="Wingdings 3" panose="05040102010807070707" pitchFamily="18" charset="2"/>
        <a:buChar char=""/>
        <a:tabLst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6600" indent="-198438" algn="l" defTabSz="914400" rtl="0" eaLnBrk="1" latinLnBrk="0" hangingPunct="1">
        <a:lnSpc>
          <a:spcPct val="100000"/>
        </a:lnSpc>
        <a:spcBef>
          <a:spcPts val="900"/>
        </a:spcBef>
        <a:buFont typeface="Meiryo UI" panose="020B0604030504040204" pitchFamily="34" charset="-128"/>
        <a:buChar char="–"/>
        <a:tabLst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30275" indent="-188913" algn="l" defTabSz="914400" rtl="0" eaLnBrk="1" latinLnBrk="0" hangingPunct="1">
        <a:lnSpc>
          <a:spcPct val="100000"/>
        </a:lnSpc>
        <a:spcBef>
          <a:spcPts val="900"/>
        </a:spcBef>
        <a:buFont typeface="Meiryo UI" panose="020B0604030504040204" pitchFamily="34" charset="-128"/>
        <a:buChar char="–"/>
        <a:tabLst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14425" indent="-177800" algn="l" defTabSz="914400" rtl="0" eaLnBrk="1" latinLnBrk="0" hangingPunct="1">
        <a:lnSpc>
          <a:spcPct val="100000"/>
        </a:lnSpc>
        <a:spcBef>
          <a:spcPts val="900"/>
        </a:spcBef>
        <a:buFont typeface="Meiryo UI" panose="020B0604030504040204" pitchFamily="34" charset="-128"/>
        <a:buChar char="–"/>
        <a:tabLst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098550" indent="4763" algn="l" defTabSz="914400" rtl="0" eaLnBrk="1" latinLnBrk="0" hangingPunct="1">
        <a:lnSpc>
          <a:spcPct val="100000"/>
        </a:lnSpc>
        <a:spcBef>
          <a:spcPts val="900"/>
        </a:spcBef>
        <a:buFont typeface="Meiryo UI" panose="020B0604030504040204" pitchFamily="34" charset="-128"/>
        <a:buNone/>
        <a:tabLst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757238" indent="-219075" algn="l" defTabSz="914400" rtl="0" eaLnBrk="1" latinLnBrk="0" hangingPunct="1">
        <a:lnSpc>
          <a:spcPct val="100000"/>
        </a:lnSpc>
        <a:spcBef>
          <a:spcPts val="900"/>
        </a:spcBef>
        <a:buFont typeface="Wingdings 3" panose="05040102010807070707" pitchFamily="18" charset="2"/>
        <a:buChar char="}"/>
        <a:tabLst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757238" indent="-219075" algn="l" defTabSz="914400" rtl="0" eaLnBrk="1" latinLnBrk="0" hangingPunct="1">
        <a:lnSpc>
          <a:spcPct val="100000"/>
        </a:lnSpc>
        <a:spcBef>
          <a:spcPts val="900"/>
        </a:spcBef>
        <a:buFont typeface="Wingdings 3" panose="05040102010807070707" pitchFamily="18" charset="2"/>
        <a:buChar char="}"/>
        <a:tabLst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538163" indent="0" algn="l" defTabSz="914400" rtl="0" eaLnBrk="1" latinLnBrk="0" hangingPunct="1">
        <a:lnSpc>
          <a:spcPct val="100000"/>
        </a:lnSpc>
        <a:spcBef>
          <a:spcPts val="900"/>
        </a:spcBef>
        <a:buFont typeface="Meiryo UI" panose="020B0604030504040204" pitchFamily="34" charset="-128"/>
        <a:buNone/>
        <a:tabLst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70" userDrawn="1">
          <p15:clr>
            <a:srgbClr val="F26B43"/>
          </p15:clr>
        </p15:guide>
        <p15:guide id="4" pos="7310" userDrawn="1">
          <p15:clr>
            <a:srgbClr val="F26B43"/>
          </p15:clr>
        </p15:guide>
        <p15:guide id="5" orient="horz" pos="3952" userDrawn="1">
          <p15:clr>
            <a:srgbClr val="F26B43"/>
          </p15:clr>
        </p15:guide>
        <p15:guide id="6" orient="horz" pos="822" userDrawn="1">
          <p15:clr>
            <a:srgbClr val="F26B43"/>
          </p15:clr>
        </p15:guide>
        <p15:guide id="7" orient="horz" pos="164" userDrawn="1">
          <p15:clr>
            <a:srgbClr val="F26B43"/>
          </p15:clr>
        </p15:guide>
        <p15:guide id="8" orient="horz" pos="4201" userDrawn="1">
          <p15:clr>
            <a:srgbClr val="F26B43"/>
          </p15:clr>
        </p15:guide>
        <p15:guide id="9" pos="3953" userDrawn="1">
          <p15:clr>
            <a:srgbClr val="F26B43"/>
          </p15:clr>
        </p15:guide>
        <p15:guide id="11" pos="3727" userDrawn="1">
          <p15:clr>
            <a:srgbClr val="F26B43"/>
          </p15:clr>
        </p15:guide>
        <p15:guide id="12" orient="horz" pos="204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1.png"/><Relationship Id="rId5" Type="http://schemas.openxmlformats.org/officeDocument/2006/relationships/image" Target="../media/image26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74427-EA44-E77E-E2C3-03BDDAC02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38033036-0CBD-ACE7-FB69-01548B8DCDC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C5B46DE-B60C-D2EB-475E-33BB8273DBA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sv-SE" dirty="0"/>
              <a:t>Yuichiro Yamaji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E08D4632-9B1A-A372-DE3B-A17B5B81D8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Tracebility for semi-complete goods(PCB)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3360389-D147-1C33-2010-7479CD6B77C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96B3932-98FA-E3FD-B9FC-13E55A6D7A4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57383DB-E98B-EF1E-4F85-D03837471FE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sv-SE" dirty="0"/>
              <a:t>2026/Jul/10</a:t>
            </a:r>
          </a:p>
          <a:p>
            <a:r>
              <a:rPr lang="sv-SE" dirty="0"/>
              <a:t>MagBG BMS Dep</a:t>
            </a:r>
          </a:p>
        </p:txBody>
      </p:sp>
    </p:spTree>
    <p:extLst>
      <p:ext uri="{BB962C8B-B14F-4D97-AF65-F5344CB8AC3E}">
        <p14:creationId xmlns:p14="http://schemas.microsoft.com/office/powerpoint/2010/main" val="2680288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58C118-484E-3AA4-1A9F-0E2754F18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ja-JP" dirty="0"/>
              <a:t>Procedure step to generate Semi-complete Travel card 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D893382-F4E6-D0CF-B5CB-37C2ADA36C8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10FE35D-2BEA-EF46-62A9-FBF88157715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510C1B7-5B94-1AD9-D3FD-68A1B55AB5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A32DB62-56F8-8AA2-B259-B6AA3C6EFAF9}"/>
              </a:ext>
            </a:extLst>
          </p:cNvPr>
          <p:cNvSpPr txBox="1"/>
          <p:nvPr/>
        </p:nvSpPr>
        <p:spPr>
          <a:xfrm>
            <a:off x="482160" y="3278159"/>
            <a:ext cx="6888424" cy="761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Step3: After receive the request sheet, “</a:t>
            </a:r>
            <a:r>
              <a:rPr kumimoji="1" lang="en-US" altLang="ja-JP" b="1" dirty="0" err="1"/>
              <a:t>Shee</a:t>
            </a:r>
            <a:r>
              <a:rPr kumimoji="1" lang="en-US" altLang="ja-JP" dirty="0"/>
              <a:t>” will find the material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And print the machine label (see right) </a:t>
            </a:r>
            <a:endParaRPr kumimoji="1" lang="ja-JP" altLang="en-US" dirty="0" err="1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365BA75-2B22-4017-8AC7-36AB30242E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815" y="4290434"/>
            <a:ext cx="2787463" cy="203452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18DD115-9E0C-4F9B-812F-45B4302B65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131" y="4530952"/>
            <a:ext cx="2465713" cy="132748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5671491-CB53-B925-5B84-30C8C28742E9}"/>
              </a:ext>
            </a:extLst>
          </p:cNvPr>
          <p:cNvSpPr txBox="1"/>
          <p:nvPr/>
        </p:nvSpPr>
        <p:spPr>
          <a:xfrm>
            <a:off x="482160" y="4161620"/>
            <a:ext cx="1284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 err="1"/>
              <a:t>Priken</a:t>
            </a:r>
            <a:r>
              <a:rPr kumimoji="1" lang="en-US" altLang="ja-JP" dirty="0"/>
              <a:t> PCB</a:t>
            </a:r>
            <a:endParaRPr kumimoji="1" lang="ja-JP" altLang="en-US" dirty="0" err="1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30069BA-823A-9864-AB1B-32E640B0EE2B}"/>
              </a:ext>
            </a:extLst>
          </p:cNvPr>
          <p:cNvSpPr txBox="1"/>
          <p:nvPr/>
        </p:nvSpPr>
        <p:spPr>
          <a:xfrm>
            <a:off x="3355895" y="4094257"/>
            <a:ext cx="1571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Supplier label</a:t>
            </a:r>
            <a:endParaRPr kumimoji="1" lang="ja-JP" altLang="en-US" dirty="0" err="1"/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9E33E1B5-3EC3-2924-0CC2-D9C85DAEFADF}"/>
              </a:ext>
            </a:extLst>
          </p:cNvPr>
          <p:cNvSpPr/>
          <p:nvPr/>
        </p:nvSpPr>
        <p:spPr>
          <a:xfrm>
            <a:off x="5873047" y="5042257"/>
            <a:ext cx="978408" cy="484632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13" name="平行四辺形 12">
            <a:extLst>
              <a:ext uri="{FF2B5EF4-FFF2-40B4-BE49-F238E27FC236}">
                <a16:creationId xmlns:a16="http://schemas.microsoft.com/office/drawing/2014/main" id="{A66465A4-3E02-2E0C-EE4D-E45B681502A2}"/>
              </a:ext>
            </a:extLst>
          </p:cNvPr>
          <p:cNvSpPr/>
          <p:nvPr/>
        </p:nvSpPr>
        <p:spPr>
          <a:xfrm>
            <a:off x="6901315" y="4369711"/>
            <a:ext cx="4981782" cy="1655859"/>
          </a:xfrm>
          <a:prstGeom prst="parallelogram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08789ED-7220-B2E8-D052-BD25BDCC556A}"/>
              </a:ext>
            </a:extLst>
          </p:cNvPr>
          <p:cNvSpPr txBox="1"/>
          <p:nvPr/>
        </p:nvSpPr>
        <p:spPr>
          <a:xfrm>
            <a:off x="7520687" y="3976954"/>
            <a:ext cx="361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Machine Label (Print bellow label)</a:t>
            </a:r>
            <a:endParaRPr kumimoji="1" lang="ja-JP" altLang="en-US" dirty="0" err="1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CE5AFC6-7753-202B-57D3-BBD31677A21A}"/>
              </a:ext>
            </a:extLst>
          </p:cNvPr>
          <p:cNvSpPr txBox="1"/>
          <p:nvPr/>
        </p:nvSpPr>
        <p:spPr>
          <a:xfrm>
            <a:off x="7092559" y="5342795"/>
            <a:ext cx="4598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kumimoji="1" lang="en-US" altLang="ja-JP" sz="1800" dirty="0"/>
              <a:t> lot#</a:t>
            </a:r>
            <a:r>
              <a:rPr kumimoji="1" lang="en-US" altLang="ja-JP" dirty="0"/>
              <a:t>g29050687</a:t>
            </a:r>
            <a:r>
              <a:rPr kumimoji="1" lang="en-US" altLang="ja-JP" sz="1800" dirty="0"/>
              <a:t>     MIG240501</a:t>
            </a:r>
            <a:r>
              <a:rPr kumimoji="1" lang="en-US" altLang="ja-JP" dirty="0"/>
              <a:t>      1sheet</a:t>
            </a:r>
            <a:endParaRPr kumimoji="1" lang="en-US" altLang="ja-JP" sz="1800" dirty="0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0E501153-D1F8-7682-F909-8D3410062E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0960"/>
          <a:stretch>
            <a:fillRect/>
          </a:stretch>
        </p:blipFill>
        <p:spPr>
          <a:xfrm>
            <a:off x="9392979" y="4848593"/>
            <a:ext cx="883044" cy="387329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1AD58D30-6DFA-EF34-8D0C-5E81CA24C3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0960"/>
          <a:stretch>
            <a:fillRect/>
          </a:stretch>
        </p:blipFill>
        <p:spPr>
          <a:xfrm>
            <a:off x="7647990" y="4819774"/>
            <a:ext cx="883044" cy="387329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4CE70FD-F834-286D-56D2-19157126D69F}"/>
              </a:ext>
            </a:extLst>
          </p:cNvPr>
          <p:cNvSpPr txBox="1"/>
          <p:nvPr/>
        </p:nvSpPr>
        <p:spPr>
          <a:xfrm>
            <a:off x="482160" y="1621949"/>
            <a:ext cx="6405921" cy="15465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Step2-1: </a:t>
            </a:r>
            <a:r>
              <a:rPr kumimoji="1" lang="en-US" altLang="ja-JP" b="1" dirty="0"/>
              <a:t>Star</a:t>
            </a:r>
            <a:r>
              <a:rPr kumimoji="1" lang="en-US" altLang="ja-JP" dirty="0"/>
              <a:t> will check supplier model # make request sheet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Step2-2: </a:t>
            </a:r>
            <a:r>
              <a:rPr kumimoji="1" lang="en-US" altLang="ja-JP" b="1" dirty="0"/>
              <a:t>Star</a:t>
            </a:r>
            <a:r>
              <a:rPr kumimoji="1" lang="en-US" altLang="ja-JP" dirty="0"/>
              <a:t> will put a check on request sheet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Step2-3: </a:t>
            </a:r>
            <a:r>
              <a:rPr kumimoji="1" lang="en-US" altLang="ja-JP" b="1" dirty="0"/>
              <a:t>Malen</a:t>
            </a:r>
            <a:r>
              <a:rPr kumimoji="1" lang="en-US" altLang="ja-JP" dirty="0"/>
              <a:t> will check the request sheet and ok approve.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Pass the sheet to </a:t>
            </a:r>
            <a:r>
              <a:rPr kumimoji="1" lang="en-US" altLang="ja-JP" b="1" dirty="0" err="1"/>
              <a:t>Shee</a:t>
            </a:r>
            <a:endParaRPr kumimoji="1" lang="ja-JP" altLang="en-US" b="1" dirty="0" err="1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B7B6042-6C1B-E6C7-38F6-890011CBF48C}"/>
              </a:ext>
            </a:extLst>
          </p:cNvPr>
          <p:cNvSpPr txBox="1"/>
          <p:nvPr/>
        </p:nvSpPr>
        <p:spPr>
          <a:xfrm>
            <a:off x="7922758" y="1591657"/>
            <a:ext cx="2702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Request Sheet (Machine)</a:t>
            </a:r>
            <a:endParaRPr kumimoji="1" lang="ja-JP" altLang="en-US" dirty="0" err="1"/>
          </a:p>
        </p:txBody>
      </p:sp>
      <p:sp>
        <p:nvSpPr>
          <p:cNvPr id="22" name="平行四辺形 21">
            <a:extLst>
              <a:ext uri="{FF2B5EF4-FFF2-40B4-BE49-F238E27FC236}">
                <a16:creationId xmlns:a16="http://schemas.microsoft.com/office/drawing/2014/main" id="{E94A3E6A-86C0-7117-F346-3DE882E69468}"/>
              </a:ext>
            </a:extLst>
          </p:cNvPr>
          <p:cNvSpPr/>
          <p:nvPr/>
        </p:nvSpPr>
        <p:spPr>
          <a:xfrm>
            <a:off x="7647990" y="2060102"/>
            <a:ext cx="3677316" cy="1193883"/>
          </a:xfrm>
          <a:prstGeom prst="parallelogram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C8B3280-1102-ED43-9F1E-BF0D445D2FB2}"/>
              </a:ext>
            </a:extLst>
          </p:cNvPr>
          <p:cNvSpPr txBox="1"/>
          <p:nvPr/>
        </p:nvSpPr>
        <p:spPr>
          <a:xfrm>
            <a:off x="7976676" y="2678276"/>
            <a:ext cx="4598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kumimoji="1" lang="en-US" altLang="ja-JP" sz="1800" dirty="0"/>
              <a:t>MIG240501</a:t>
            </a:r>
            <a:r>
              <a:rPr kumimoji="1" lang="en-US" altLang="ja-JP" dirty="0"/>
              <a:t>      1sheet</a:t>
            </a:r>
            <a:endParaRPr kumimoji="1" lang="en-US" altLang="ja-JP" sz="1800" dirty="0"/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7C9EC302-E05D-DB80-9377-6EF2C23E4F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0960"/>
          <a:stretch>
            <a:fillRect/>
          </a:stretch>
        </p:blipFill>
        <p:spPr>
          <a:xfrm>
            <a:off x="8063066" y="2209627"/>
            <a:ext cx="883044" cy="387329"/>
          </a:xfrm>
          <a:prstGeom prst="rect">
            <a:avLst/>
          </a:prstGeom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678DBDD-59F6-5A43-925A-E2FF1002810E}"/>
              </a:ext>
            </a:extLst>
          </p:cNvPr>
          <p:cNvSpPr txBox="1"/>
          <p:nvPr/>
        </p:nvSpPr>
        <p:spPr>
          <a:xfrm>
            <a:off x="482160" y="1077554"/>
            <a:ext cx="5375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Step1: </a:t>
            </a:r>
            <a:r>
              <a:rPr kumimoji="1" lang="en-US" altLang="ja-JP" b="1" dirty="0"/>
              <a:t>Malen</a:t>
            </a:r>
            <a:r>
              <a:rPr kumimoji="1" lang="en-US" altLang="ja-JP" dirty="0"/>
              <a:t> will request what raw model to cutout</a:t>
            </a:r>
            <a:endParaRPr kumimoji="1" lang="ja-JP" altLang="en-US" dirty="0" err="1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CE23FCE6-0EC6-D61C-71B3-9300F2DC65AB}"/>
              </a:ext>
            </a:extLst>
          </p:cNvPr>
          <p:cNvSpPr/>
          <p:nvPr/>
        </p:nvSpPr>
        <p:spPr>
          <a:xfrm>
            <a:off x="9274250" y="2326665"/>
            <a:ext cx="668266" cy="28021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D3BE9F4-D6FD-2830-55CD-6CBA6FFE96D9}"/>
              </a:ext>
            </a:extLst>
          </p:cNvPr>
          <p:cNvSpPr txBox="1"/>
          <p:nvPr/>
        </p:nvSpPr>
        <p:spPr>
          <a:xfrm>
            <a:off x="9197853" y="2001354"/>
            <a:ext cx="82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sz="1400" u="sng" dirty="0"/>
              <a:t>Checker</a:t>
            </a:r>
            <a:endParaRPr kumimoji="1" lang="ja-JP" altLang="en-US" sz="1400" dirty="0" err="1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F086B2FA-C13C-9FA0-1719-23DA85D3337C}"/>
              </a:ext>
            </a:extLst>
          </p:cNvPr>
          <p:cNvSpPr/>
          <p:nvPr/>
        </p:nvSpPr>
        <p:spPr>
          <a:xfrm>
            <a:off x="10299777" y="2345862"/>
            <a:ext cx="668266" cy="28021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57D403A-02A0-5D34-A18B-C1EC1A94C1CF}"/>
              </a:ext>
            </a:extLst>
          </p:cNvPr>
          <p:cNvSpPr txBox="1"/>
          <p:nvPr/>
        </p:nvSpPr>
        <p:spPr>
          <a:xfrm>
            <a:off x="10223380" y="2020551"/>
            <a:ext cx="923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sz="1400" dirty="0"/>
              <a:t>Approver</a:t>
            </a:r>
            <a:endParaRPr kumimoji="1" lang="ja-JP" altLang="en-US" sz="1400" dirty="0" err="1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8A956444-CD91-19C2-1AEA-8E80C8CE65D3}"/>
              </a:ext>
            </a:extLst>
          </p:cNvPr>
          <p:cNvCxnSpPr>
            <a:cxnSpLocks/>
          </p:cNvCxnSpPr>
          <p:nvPr/>
        </p:nvCxnSpPr>
        <p:spPr>
          <a:xfrm>
            <a:off x="5488171" y="2204360"/>
            <a:ext cx="3903734" cy="2760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93458CA8-BF3D-36CA-07EA-CD8D85D3838E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6851455" y="2485970"/>
            <a:ext cx="3448322" cy="826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0165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A995F0-8FB3-E607-AAB2-574AA3882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ja-JP" dirty="0"/>
              <a:t>Procedure step to generate Semi-complete Travel card 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1DE7DA4-1797-BFBB-D96F-4B20249A73C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D1633AD-1185-A9F0-815E-99C262A28B0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F6FDEE10-DE7B-1C15-A0CB-30B9A2F93B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FA22900-192C-E469-73CF-2A9AE77BB5AE}"/>
              </a:ext>
            </a:extLst>
          </p:cNvPr>
          <p:cNvSpPr txBox="1"/>
          <p:nvPr/>
        </p:nvSpPr>
        <p:spPr>
          <a:xfrm>
            <a:off x="491783" y="1049689"/>
            <a:ext cx="10830337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Step4: “</a:t>
            </a:r>
            <a:r>
              <a:rPr kumimoji="1" lang="en-US" altLang="ja-JP" b="1" dirty="0" err="1"/>
              <a:t>Shee</a:t>
            </a:r>
            <a:r>
              <a:rPr kumimoji="1" lang="en-US" altLang="ja-JP" dirty="0"/>
              <a:t>” will Pass </a:t>
            </a:r>
            <a:r>
              <a:rPr kumimoji="1" lang="en-US" altLang="ja-JP" dirty="0">
                <a:solidFill>
                  <a:srgbClr val="FF0000"/>
                </a:solidFill>
              </a:rPr>
              <a:t>material(1set) &amp; Machine label </a:t>
            </a:r>
            <a:r>
              <a:rPr kumimoji="1" lang="en-US" altLang="ja-JP" dirty="0"/>
              <a:t>to </a:t>
            </a:r>
            <a:r>
              <a:rPr kumimoji="1" lang="en-US" altLang="ja-JP" b="1" dirty="0"/>
              <a:t>Star</a:t>
            </a:r>
            <a:r>
              <a:rPr kumimoji="1" lang="en-US" altLang="ja-JP" dirty="0"/>
              <a:t>, after </a:t>
            </a:r>
            <a:r>
              <a:rPr kumimoji="1" lang="en-US" altLang="ja-JP" b="1" dirty="0"/>
              <a:t>Star </a:t>
            </a:r>
            <a:r>
              <a:rPr kumimoji="1" lang="en-US" altLang="ja-JP" dirty="0"/>
              <a:t>checking material is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correct </a:t>
            </a:r>
            <a:r>
              <a:rPr kumimoji="1" lang="en-US" altLang="ja-JP" b="1" dirty="0"/>
              <a:t>Star</a:t>
            </a:r>
            <a:r>
              <a:rPr kumimoji="1" lang="en-US" altLang="ja-JP" dirty="0"/>
              <a:t> will generate Semi-complete Travel card. </a:t>
            </a:r>
            <a:r>
              <a:rPr kumimoji="1" lang="en-US" altLang="ja-JP" b="1" dirty="0"/>
              <a:t>Star</a:t>
            </a:r>
            <a:r>
              <a:rPr kumimoji="1" lang="en-US" altLang="ja-JP" dirty="0"/>
              <a:t> will pass Semi-</a:t>
            </a:r>
            <a:r>
              <a:rPr kumimoji="1" lang="en-US" altLang="ja-JP" dirty="0" err="1"/>
              <a:t>complet</a:t>
            </a:r>
            <a:r>
              <a:rPr kumimoji="1" lang="en-US" altLang="ja-JP" dirty="0"/>
              <a:t> Travel card and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materials to Machine side.</a:t>
            </a:r>
          </a:p>
          <a:p>
            <a:pPr algn="l">
              <a:spcBef>
                <a:spcPts val="900"/>
              </a:spcBef>
            </a:pPr>
            <a:endParaRPr kumimoji="1" lang="ja-JP" altLang="en-US" dirty="0" err="1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99D15893-A9DC-60AC-4614-13F2B3318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74" y="3086438"/>
            <a:ext cx="4091996" cy="2886441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D5B55A9-2512-B80F-2404-0494817AAC71}"/>
              </a:ext>
            </a:extLst>
          </p:cNvPr>
          <p:cNvSpPr txBox="1"/>
          <p:nvPr/>
        </p:nvSpPr>
        <p:spPr>
          <a:xfrm>
            <a:off x="587374" y="2781168"/>
            <a:ext cx="4128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Semi-complete Travel card (</a:t>
            </a:r>
            <a:r>
              <a:rPr kumimoji="1" lang="en-US" altLang="ja-JP" b="1" dirty="0"/>
              <a:t>front side</a:t>
            </a:r>
            <a:r>
              <a:rPr kumimoji="1" lang="en-US" altLang="ja-JP" dirty="0"/>
              <a:t>)</a:t>
            </a:r>
            <a:endParaRPr kumimoji="1" lang="ja-JP" altLang="en-US" dirty="0" err="1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99661B0B-DF98-C07C-B56D-D64CCD5E51B5}"/>
              </a:ext>
            </a:extLst>
          </p:cNvPr>
          <p:cNvSpPr/>
          <p:nvPr/>
        </p:nvSpPr>
        <p:spPr>
          <a:xfrm>
            <a:off x="3380557" y="5497065"/>
            <a:ext cx="779646" cy="356135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261304A-D99A-A808-2563-730585F54BA1}"/>
              </a:ext>
            </a:extLst>
          </p:cNvPr>
          <p:cNvSpPr txBox="1"/>
          <p:nvPr/>
        </p:nvSpPr>
        <p:spPr>
          <a:xfrm>
            <a:off x="2966313" y="5848053"/>
            <a:ext cx="6393097" cy="761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Batch number: This will follow supplier lot# + “serial number”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Example bat# g29050687</a:t>
            </a:r>
            <a:r>
              <a:rPr kumimoji="1" lang="en-US" altLang="ja-JP" b="1" dirty="0"/>
              <a:t>001</a:t>
            </a:r>
            <a:endParaRPr kumimoji="1" lang="ja-JP" altLang="en-US" b="1" dirty="0" err="1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D236531-5FB6-CB71-74E3-5D8828DC92C0}"/>
              </a:ext>
            </a:extLst>
          </p:cNvPr>
          <p:cNvSpPr/>
          <p:nvPr/>
        </p:nvSpPr>
        <p:spPr>
          <a:xfrm>
            <a:off x="5093614" y="3268983"/>
            <a:ext cx="3886757" cy="245677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4616115-4441-D7DC-7977-49BDDEE915CB}"/>
              </a:ext>
            </a:extLst>
          </p:cNvPr>
          <p:cNvSpPr txBox="1"/>
          <p:nvPr/>
        </p:nvSpPr>
        <p:spPr>
          <a:xfrm>
            <a:off x="5013040" y="2819171"/>
            <a:ext cx="4084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Semi-complete Travel card (</a:t>
            </a:r>
            <a:r>
              <a:rPr kumimoji="1" lang="en-US" altLang="ja-JP" b="1" dirty="0"/>
              <a:t>back side</a:t>
            </a:r>
            <a:r>
              <a:rPr kumimoji="1" lang="en-US" altLang="ja-JP" dirty="0"/>
              <a:t>)</a:t>
            </a:r>
            <a:endParaRPr kumimoji="1" lang="ja-JP" altLang="en-US" dirty="0" err="1"/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8B72E44D-F022-4396-B521-EFCB6F702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896" y="3730769"/>
            <a:ext cx="2086865" cy="769459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B725470-6238-1463-B717-B29277009E09}"/>
              </a:ext>
            </a:extLst>
          </p:cNvPr>
          <p:cNvSpPr txBox="1"/>
          <p:nvPr/>
        </p:nvSpPr>
        <p:spPr>
          <a:xfrm>
            <a:off x="5314962" y="3301532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u="sng" dirty="0"/>
              <a:t>Label</a:t>
            </a:r>
            <a:endParaRPr kumimoji="1" lang="ja-JP" altLang="en-US" u="sng" dirty="0" err="1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F79D42D-4D32-8A31-6640-C60BF97BBD35}"/>
              </a:ext>
            </a:extLst>
          </p:cNvPr>
          <p:cNvSpPr txBox="1"/>
          <p:nvPr/>
        </p:nvSpPr>
        <p:spPr>
          <a:xfrm>
            <a:off x="5314961" y="4602536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u="sng" dirty="0"/>
              <a:t>Control items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824BA32-BE21-4D92-CA7B-D2D160D69354}"/>
              </a:ext>
            </a:extLst>
          </p:cNvPr>
          <p:cNvSpPr txBox="1"/>
          <p:nvPr/>
        </p:nvSpPr>
        <p:spPr>
          <a:xfrm>
            <a:off x="7358626" y="3735621"/>
            <a:ext cx="4833374" cy="761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Attach Machine label on backside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(This is for traceability what supplier Lot used)</a:t>
            </a:r>
            <a:endParaRPr kumimoji="1" lang="ja-JP" altLang="en-US" dirty="0" err="1"/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9DB403A2-D103-3714-FCEE-7192EE52A2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9580"/>
          <a:stretch>
            <a:fillRect/>
          </a:stretch>
        </p:blipFill>
        <p:spPr>
          <a:xfrm>
            <a:off x="5354146" y="5000168"/>
            <a:ext cx="1406695" cy="53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66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0F5BA7-00FA-0678-6F51-3B32DF14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ja-JP" dirty="0"/>
              <a:t>Procedure step to generate Semi-complete Travel card 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C7D2EE7-C898-82C3-5370-25AC1E93893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DDB3FAE-DF2D-8146-FBC4-F985693B3F6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DAF6642C-E1E6-1C42-0D41-5A5216FA4A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A30139E-94DF-DB20-8890-6BBE67DDA28E}"/>
              </a:ext>
            </a:extLst>
          </p:cNvPr>
          <p:cNvSpPr txBox="1"/>
          <p:nvPr/>
        </p:nvSpPr>
        <p:spPr>
          <a:xfrm>
            <a:off x="491785" y="1360935"/>
            <a:ext cx="11561178" cy="2331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Step5: Machine side operator will proceed to the end of Travel card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Step6: After the Machining process is complete operator will print semi complete label (</a:t>
            </a:r>
            <a:r>
              <a:rPr kumimoji="1" lang="en-US" altLang="ja-JP" b="1" dirty="0"/>
              <a:t>5 sheet, (4 for backup)</a:t>
            </a:r>
            <a:r>
              <a:rPr kumimoji="1" lang="en-US" altLang="ja-JP" dirty="0"/>
              <a:t>)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Put bellow 3 items in box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	</a:t>
            </a:r>
            <a:r>
              <a:rPr kumimoji="1" lang="ja-JP" altLang="en-US" dirty="0"/>
              <a:t>・</a:t>
            </a:r>
            <a:r>
              <a:rPr kumimoji="1" lang="en-US" altLang="ja-JP" u="sng" dirty="0"/>
              <a:t>semi complete material</a:t>
            </a:r>
            <a:r>
              <a:rPr kumimoji="1" lang="en-US" altLang="ja-JP" dirty="0"/>
              <a:t>:  1 set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	</a:t>
            </a:r>
            <a:r>
              <a:rPr kumimoji="1" lang="ja-JP" altLang="en-US" dirty="0"/>
              <a:t>・</a:t>
            </a:r>
            <a:r>
              <a:rPr kumimoji="1" lang="en-US" altLang="ja-JP" dirty="0"/>
              <a:t>Semi-complete Travel Card:  1 sheet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	</a:t>
            </a:r>
            <a:r>
              <a:rPr kumimoji="1" lang="ja-JP" altLang="en-US" dirty="0"/>
              <a:t>・</a:t>
            </a:r>
            <a:r>
              <a:rPr kumimoji="1" lang="en-US" altLang="ja-JP" dirty="0"/>
              <a:t>Semi complete Label:  5 sheet</a:t>
            </a:r>
          </a:p>
        </p:txBody>
      </p:sp>
      <p:sp>
        <p:nvSpPr>
          <p:cNvPr id="8" name="平行四辺形 7">
            <a:extLst>
              <a:ext uri="{FF2B5EF4-FFF2-40B4-BE49-F238E27FC236}">
                <a16:creationId xmlns:a16="http://schemas.microsoft.com/office/drawing/2014/main" id="{3BE40558-8835-8993-C4FD-BC5784BBFD7D}"/>
              </a:ext>
            </a:extLst>
          </p:cNvPr>
          <p:cNvSpPr/>
          <p:nvPr/>
        </p:nvSpPr>
        <p:spPr>
          <a:xfrm>
            <a:off x="6880173" y="2665415"/>
            <a:ext cx="4981782" cy="1276755"/>
          </a:xfrm>
          <a:prstGeom prst="parallelogram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9B027CA-72C1-F95B-D54A-711F3F328343}"/>
              </a:ext>
            </a:extLst>
          </p:cNvPr>
          <p:cNvSpPr txBox="1"/>
          <p:nvPr/>
        </p:nvSpPr>
        <p:spPr>
          <a:xfrm>
            <a:off x="7528421" y="2215654"/>
            <a:ext cx="3233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900"/>
              </a:spcBef>
            </a:pPr>
            <a:r>
              <a:rPr kumimoji="1" lang="en-US" altLang="ja-JP" dirty="0"/>
              <a:t>Semi complete Label (2 sheet)</a:t>
            </a:r>
            <a:endParaRPr kumimoji="1" lang="ja-JP" altLang="en-US" dirty="0" err="1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83B0C80-305E-956D-EEC6-C60DC9ED86C8}"/>
              </a:ext>
            </a:extLst>
          </p:cNvPr>
          <p:cNvSpPr txBox="1"/>
          <p:nvPr/>
        </p:nvSpPr>
        <p:spPr>
          <a:xfrm>
            <a:off x="7070754" y="3420119"/>
            <a:ext cx="4598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kumimoji="1" lang="en-US" altLang="ja-JP" sz="1800" dirty="0"/>
              <a:t>Bat#</a:t>
            </a:r>
            <a:r>
              <a:rPr kumimoji="1" lang="en-US" altLang="ja-JP" dirty="0"/>
              <a:t> g29050687</a:t>
            </a:r>
            <a:r>
              <a:rPr kumimoji="1" lang="en-US" altLang="ja-JP" b="1" dirty="0"/>
              <a:t>001 </a:t>
            </a:r>
            <a:r>
              <a:rPr kumimoji="1" lang="en-US" altLang="ja-JP" sz="1800" dirty="0"/>
              <a:t> MIG240501</a:t>
            </a:r>
            <a:r>
              <a:rPr kumimoji="1" lang="ja-JP" altLang="en-US" sz="1800" dirty="0"/>
              <a:t>　　</a:t>
            </a:r>
            <a:r>
              <a:rPr kumimoji="1" lang="en-US" altLang="ja-JP" sz="1800" dirty="0"/>
              <a:t>58pcs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6D88F4F9-3F00-46AB-4F8B-BFAEF12690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960"/>
          <a:stretch>
            <a:fillRect/>
          </a:stretch>
        </p:blipFill>
        <p:spPr>
          <a:xfrm>
            <a:off x="9275129" y="2916611"/>
            <a:ext cx="883044" cy="387329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54E7E5EC-B3A8-3A5E-425A-CD472A1910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960"/>
          <a:stretch>
            <a:fillRect/>
          </a:stretch>
        </p:blipFill>
        <p:spPr>
          <a:xfrm>
            <a:off x="7626185" y="2897098"/>
            <a:ext cx="1026884" cy="450421"/>
          </a:xfrm>
          <a:prstGeom prst="rect">
            <a:avLst/>
          </a:prstGeom>
        </p:spPr>
      </p:pic>
      <p:sp>
        <p:nvSpPr>
          <p:cNvPr id="13" name="直方体 12">
            <a:extLst>
              <a:ext uri="{FF2B5EF4-FFF2-40B4-BE49-F238E27FC236}">
                <a16:creationId xmlns:a16="http://schemas.microsoft.com/office/drawing/2014/main" id="{E3F8CA01-FF26-EAEC-331E-420D7F8D0D32}"/>
              </a:ext>
            </a:extLst>
          </p:cNvPr>
          <p:cNvSpPr/>
          <p:nvPr/>
        </p:nvSpPr>
        <p:spPr>
          <a:xfrm>
            <a:off x="1819175" y="4581624"/>
            <a:ext cx="2589195" cy="1347537"/>
          </a:xfrm>
          <a:prstGeom prst="cub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4B79887E-8461-7E64-43B0-2FBDF9F22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173" y="4504851"/>
            <a:ext cx="2638193" cy="1860947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6F2BF12-223C-0A75-C19E-C5029760BAA8}"/>
              </a:ext>
            </a:extLst>
          </p:cNvPr>
          <p:cNvSpPr txBox="1"/>
          <p:nvPr/>
        </p:nvSpPr>
        <p:spPr>
          <a:xfrm>
            <a:off x="6880173" y="4151717"/>
            <a:ext cx="2879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Semi-complete Travel card</a:t>
            </a:r>
            <a:endParaRPr kumimoji="1" lang="ja-JP" altLang="en-US" dirty="0" err="1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15BE97F-BB4B-8CF9-0DF3-79826FE122DA}"/>
              </a:ext>
            </a:extLst>
          </p:cNvPr>
          <p:cNvSpPr txBox="1"/>
          <p:nvPr/>
        </p:nvSpPr>
        <p:spPr>
          <a:xfrm>
            <a:off x="269741" y="5569682"/>
            <a:ext cx="1406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Storage box</a:t>
            </a:r>
            <a:endParaRPr kumimoji="1" lang="ja-JP" altLang="en-US" dirty="0" err="1"/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2E0216A4-AD9C-C3BE-AAB3-7D93E1A3005C}"/>
              </a:ext>
            </a:extLst>
          </p:cNvPr>
          <p:cNvCxnSpPr>
            <a:cxnSpLocks/>
          </p:cNvCxnSpPr>
          <p:nvPr/>
        </p:nvCxnSpPr>
        <p:spPr>
          <a:xfrm flipH="1">
            <a:off x="3879932" y="3347519"/>
            <a:ext cx="3028148" cy="13356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01E83D9A-8E42-CE17-3C00-FCC8BE57CB41}"/>
              </a:ext>
            </a:extLst>
          </p:cNvPr>
          <p:cNvCxnSpPr>
            <a:cxnSpLocks/>
          </p:cNvCxnSpPr>
          <p:nvPr/>
        </p:nvCxnSpPr>
        <p:spPr>
          <a:xfrm flipH="1">
            <a:off x="3797754" y="4864806"/>
            <a:ext cx="3021956" cy="6143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310124D7-1B46-2249-C896-1733A8115F01}"/>
              </a:ext>
            </a:extLst>
          </p:cNvPr>
          <p:cNvCxnSpPr>
            <a:cxnSpLocks/>
          </p:cNvCxnSpPr>
          <p:nvPr/>
        </p:nvCxnSpPr>
        <p:spPr>
          <a:xfrm flipH="1">
            <a:off x="3092933" y="2801324"/>
            <a:ext cx="71694" cy="23706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図 25">
            <a:extLst>
              <a:ext uri="{FF2B5EF4-FFF2-40B4-BE49-F238E27FC236}">
                <a16:creationId xmlns:a16="http://schemas.microsoft.com/office/drawing/2014/main" id="{821C0F57-DAD5-71C4-7D63-31BB757ECD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960"/>
          <a:stretch>
            <a:fillRect/>
          </a:stretch>
        </p:blipFill>
        <p:spPr>
          <a:xfrm>
            <a:off x="10616564" y="2925916"/>
            <a:ext cx="883044" cy="38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12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3ACAAD-0A1A-495B-A42D-3EDE1F587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ja-JP" dirty="0"/>
              <a:t>Procedure step to generate Semi-complete Travel card 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7E4D3C5-9775-3F4F-E276-D0DFBFA0EF8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811F845-FF3D-6BF4-A8B8-D2F15F7AB8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8CB6ED13-5CAA-93E7-3295-FBA7748044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A6077CC-2F3D-5BFB-1BAA-F8CC25F6B0B8}"/>
              </a:ext>
            </a:extLst>
          </p:cNvPr>
          <p:cNvSpPr txBox="1"/>
          <p:nvPr/>
        </p:nvSpPr>
        <p:spPr>
          <a:xfrm>
            <a:off x="491785" y="1360935"/>
            <a:ext cx="9815508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Step7: Operator will pass to “</a:t>
            </a:r>
            <a:r>
              <a:rPr kumimoji="1" lang="en-US" altLang="ja-JP" b="1" dirty="0" err="1"/>
              <a:t>Shee</a:t>
            </a:r>
            <a:r>
              <a:rPr kumimoji="1" lang="en-US" altLang="ja-JP" dirty="0"/>
              <a:t>”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Step8: “</a:t>
            </a:r>
            <a:r>
              <a:rPr kumimoji="1" lang="en-US" altLang="ja-JP" b="1" dirty="0" err="1"/>
              <a:t>Shee</a:t>
            </a:r>
            <a:r>
              <a:rPr kumimoji="1" lang="en-US" altLang="ja-JP" dirty="0"/>
              <a:t>” will do put in storage (First in First out). Scan Semi complete Travel card and bat#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(Link raw material Lot# and Semi-complete bat# and qty)</a:t>
            </a:r>
          </a:p>
        </p:txBody>
      </p:sp>
    </p:spTree>
    <p:extLst>
      <p:ext uri="{BB962C8B-B14F-4D97-AF65-F5344CB8AC3E}">
        <p14:creationId xmlns:p14="http://schemas.microsoft.com/office/powerpoint/2010/main" val="2399501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CE059-A0CF-8E09-DE0B-E636C267E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1E36F58-2AAA-AB18-57A8-47F230833D6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E8B002A-3FA4-1C52-918A-57BCA73292C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sv-SE" dirty="0"/>
              <a:t>Yuichiro Yamaji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948E46B2-48F5-938A-94AB-3FCF23A710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Tracebility for semi-complete goods(Back splitter assembly)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45B7383-94D0-1C9E-21E5-6205FA04CF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8023FF3-421D-4474-51BB-154E48C986F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E737811-EDC2-3ACF-69A1-703B3E98EE2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sv-SE" dirty="0"/>
              <a:t>2026/Jul/10</a:t>
            </a:r>
          </a:p>
          <a:p>
            <a:r>
              <a:rPr lang="sv-SE" dirty="0"/>
              <a:t>MagBG BMS Dep</a:t>
            </a:r>
          </a:p>
        </p:txBody>
      </p:sp>
    </p:spTree>
    <p:extLst>
      <p:ext uri="{BB962C8B-B14F-4D97-AF65-F5344CB8AC3E}">
        <p14:creationId xmlns:p14="http://schemas.microsoft.com/office/powerpoint/2010/main" val="3635776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8F61D-2480-14FD-4A68-1BB04F204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CC76C7-F98E-C35E-AD34-3F0ACE93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ja-JP" dirty="0"/>
              <a:t>Procedure step to generate Offline Travel card 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C9C1FCA-7699-961A-F410-4D2287D1ECF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C934C37-86E8-911F-ACAE-5BCB138D50B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7F51AEA0-5A4E-1DA3-237B-D31C38FF63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05D579E-88A3-D98C-BE57-12C6E889751C}"/>
              </a:ext>
            </a:extLst>
          </p:cNvPr>
          <p:cNvSpPr txBox="1"/>
          <p:nvPr/>
        </p:nvSpPr>
        <p:spPr>
          <a:xfrm>
            <a:off x="482160" y="3497743"/>
            <a:ext cx="9595897" cy="761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900"/>
              </a:spcBef>
            </a:pPr>
            <a:r>
              <a:rPr kumimoji="1" lang="en-US" altLang="ja-JP" dirty="0"/>
              <a:t>Step3: After receive the request sheet, “</a:t>
            </a:r>
            <a:r>
              <a:rPr kumimoji="1" lang="en-US" altLang="ja-JP" b="1" dirty="0" err="1"/>
              <a:t>Shee</a:t>
            </a:r>
            <a:r>
              <a:rPr kumimoji="1" lang="en-US" altLang="ja-JP" dirty="0"/>
              <a:t>” will find the requested semi complete material,</a:t>
            </a:r>
          </a:p>
          <a:p>
            <a:pPr>
              <a:spcBef>
                <a:spcPts val="900"/>
              </a:spcBef>
            </a:pPr>
            <a:r>
              <a:rPr kumimoji="1" lang="en-US" altLang="ja-JP" dirty="0" err="1"/>
              <a:t>Shee</a:t>
            </a:r>
            <a:r>
              <a:rPr kumimoji="1" lang="en-US" altLang="ja-JP" dirty="0"/>
              <a:t> will check material model no and qty and Pass to </a:t>
            </a:r>
            <a:r>
              <a:rPr kumimoji="1" lang="en-US" altLang="ja-JP" b="1" dirty="0"/>
              <a:t>Jecille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5898E6C-6C58-DD19-43B1-E4EF41BFDF12}"/>
              </a:ext>
            </a:extLst>
          </p:cNvPr>
          <p:cNvSpPr txBox="1"/>
          <p:nvPr/>
        </p:nvSpPr>
        <p:spPr>
          <a:xfrm>
            <a:off x="7683170" y="1583897"/>
            <a:ext cx="2517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Request Sheet (Offline)</a:t>
            </a:r>
            <a:endParaRPr kumimoji="1" lang="ja-JP" altLang="en-US" dirty="0" err="1"/>
          </a:p>
        </p:txBody>
      </p:sp>
      <p:sp>
        <p:nvSpPr>
          <p:cNvPr id="22" name="平行四辺形 21">
            <a:extLst>
              <a:ext uri="{FF2B5EF4-FFF2-40B4-BE49-F238E27FC236}">
                <a16:creationId xmlns:a16="http://schemas.microsoft.com/office/drawing/2014/main" id="{3F470BF2-8A15-38C6-D315-8B840D5CA29C}"/>
              </a:ext>
            </a:extLst>
          </p:cNvPr>
          <p:cNvSpPr/>
          <p:nvPr/>
        </p:nvSpPr>
        <p:spPr>
          <a:xfrm>
            <a:off x="7647990" y="2060102"/>
            <a:ext cx="3677316" cy="1193883"/>
          </a:xfrm>
          <a:prstGeom prst="parallelogram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1413291-3706-5576-BC4B-C68AF3E0F532}"/>
              </a:ext>
            </a:extLst>
          </p:cNvPr>
          <p:cNvSpPr txBox="1"/>
          <p:nvPr/>
        </p:nvSpPr>
        <p:spPr>
          <a:xfrm>
            <a:off x="7976676" y="2678276"/>
            <a:ext cx="4598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kumimoji="1" lang="en-US" altLang="ja-JP" sz="1800" dirty="0"/>
              <a:t>M1BS0305</a:t>
            </a:r>
            <a:r>
              <a:rPr kumimoji="1" lang="en-US" altLang="ja-JP" dirty="0"/>
              <a:t>      30pcs</a:t>
            </a:r>
            <a:endParaRPr kumimoji="1" lang="en-US" altLang="ja-JP" sz="1800" dirty="0"/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B5C056C2-5BC5-CDE4-8E38-61E8497B00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960"/>
          <a:stretch>
            <a:fillRect/>
          </a:stretch>
        </p:blipFill>
        <p:spPr>
          <a:xfrm>
            <a:off x="8063066" y="2209627"/>
            <a:ext cx="883044" cy="387329"/>
          </a:xfrm>
          <a:prstGeom prst="rect">
            <a:avLst/>
          </a:prstGeom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A943EE3-ECD7-253B-D987-CB8D8BB82E92}"/>
              </a:ext>
            </a:extLst>
          </p:cNvPr>
          <p:cNvSpPr txBox="1"/>
          <p:nvPr/>
        </p:nvSpPr>
        <p:spPr>
          <a:xfrm>
            <a:off x="482160" y="1077554"/>
            <a:ext cx="512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Step1: </a:t>
            </a:r>
            <a:r>
              <a:rPr kumimoji="1" lang="en-US" altLang="ja-JP" b="1" dirty="0"/>
              <a:t>Malen</a:t>
            </a:r>
            <a:r>
              <a:rPr kumimoji="1" lang="en-US" altLang="ja-JP" dirty="0"/>
              <a:t> will request to do off line assembly </a:t>
            </a:r>
            <a:endParaRPr kumimoji="1" lang="ja-JP" altLang="en-US" dirty="0" err="1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CE047518-27BA-FADA-BF94-AF645240271B}"/>
              </a:ext>
            </a:extLst>
          </p:cNvPr>
          <p:cNvSpPr/>
          <p:nvPr/>
        </p:nvSpPr>
        <p:spPr>
          <a:xfrm>
            <a:off x="9274250" y="2326665"/>
            <a:ext cx="668266" cy="28021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AA92F51-22A5-F55F-A24B-A56A8D975F9A}"/>
              </a:ext>
            </a:extLst>
          </p:cNvPr>
          <p:cNvSpPr txBox="1"/>
          <p:nvPr/>
        </p:nvSpPr>
        <p:spPr>
          <a:xfrm>
            <a:off x="9197853" y="2001354"/>
            <a:ext cx="82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sz="1400" u="sng" dirty="0"/>
              <a:t>Checker</a:t>
            </a:r>
            <a:endParaRPr kumimoji="1" lang="ja-JP" altLang="en-US" sz="1400" dirty="0" err="1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D8B196BE-D0EC-59A9-3229-7BC3A5D292A5}"/>
              </a:ext>
            </a:extLst>
          </p:cNvPr>
          <p:cNvSpPr/>
          <p:nvPr/>
        </p:nvSpPr>
        <p:spPr>
          <a:xfrm>
            <a:off x="10299777" y="2345862"/>
            <a:ext cx="668266" cy="28021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F3C8115C-E28D-C38C-451D-8007DB00F836}"/>
              </a:ext>
            </a:extLst>
          </p:cNvPr>
          <p:cNvSpPr txBox="1"/>
          <p:nvPr/>
        </p:nvSpPr>
        <p:spPr>
          <a:xfrm>
            <a:off x="10223380" y="2020551"/>
            <a:ext cx="923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sz="1400" dirty="0"/>
              <a:t>Approver</a:t>
            </a:r>
            <a:endParaRPr kumimoji="1" lang="ja-JP" altLang="en-US" sz="1400" dirty="0" err="1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DAC82E6A-D2EE-9DD6-1D82-69DA21BF3F65}"/>
              </a:ext>
            </a:extLst>
          </p:cNvPr>
          <p:cNvCxnSpPr>
            <a:cxnSpLocks/>
          </p:cNvCxnSpPr>
          <p:nvPr/>
        </p:nvCxnSpPr>
        <p:spPr>
          <a:xfrm>
            <a:off x="5607281" y="2209627"/>
            <a:ext cx="3784624" cy="2707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EFC15B8A-6F17-6CA1-985D-4DA8477F612B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6699183" y="2485970"/>
            <a:ext cx="3600594" cy="1109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477B242-6F76-665C-370B-E3A0881E0B3E}"/>
              </a:ext>
            </a:extLst>
          </p:cNvPr>
          <p:cNvSpPr txBox="1"/>
          <p:nvPr/>
        </p:nvSpPr>
        <p:spPr>
          <a:xfrm>
            <a:off x="482160" y="1621949"/>
            <a:ext cx="6522940" cy="15465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Step2-1: </a:t>
            </a:r>
            <a:r>
              <a:rPr kumimoji="1" lang="en-US" altLang="ja-JP" b="1" dirty="0"/>
              <a:t>Jecille</a:t>
            </a:r>
            <a:r>
              <a:rPr kumimoji="1" lang="en-US" altLang="ja-JP" dirty="0"/>
              <a:t> will check </a:t>
            </a:r>
            <a:r>
              <a:rPr kumimoji="1" lang="en-US" altLang="ja-JP" b="1" dirty="0">
                <a:solidFill>
                  <a:srgbClr val="FF0000"/>
                </a:solidFill>
              </a:rPr>
              <a:t>batch #</a:t>
            </a:r>
            <a:r>
              <a:rPr kumimoji="1" lang="en-US" altLang="ja-JP" dirty="0"/>
              <a:t> make request sheet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Step2-2: </a:t>
            </a:r>
            <a:r>
              <a:rPr kumimoji="1" lang="en-US" altLang="ja-JP" b="1" dirty="0"/>
              <a:t>Jecille</a:t>
            </a:r>
            <a:r>
              <a:rPr kumimoji="1" lang="en-US" altLang="ja-JP" dirty="0"/>
              <a:t> will put a check on request sheet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Step2-3: </a:t>
            </a:r>
            <a:r>
              <a:rPr kumimoji="1" lang="en-US" altLang="ja-JP" b="1" dirty="0"/>
              <a:t>Malen</a:t>
            </a:r>
            <a:r>
              <a:rPr kumimoji="1" lang="en-US" altLang="ja-JP" dirty="0"/>
              <a:t> will check the request sheet and ok approve.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Pass the sheet to </a:t>
            </a:r>
            <a:r>
              <a:rPr kumimoji="1" lang="en-US" altLang="ja-JP" b="1" dirty="0" err="1"/>
              <a:t>Shee</a:t>
            </a:r>
            <a:endParaRPr kumimoji="1" lang="ja-JP" altLang="en-US" b="1" dirty="0" err="1"/>
          </a:p>
        </p:txBody>
      </p:sp>
      <p:pic>
        <p:nvPicPr>
          <p:cNvPr id="32" name="図 31">
            <a:extLst>
              <a:ext uri="{FF2B5EF4-FFF2-40B4-BE49-F238E27FC236}">
                <a16:creationId xmlns:a16="http://schemas.microsoft.com/office/drawing/2014/main" id="{0082119F-41BC-C983-E512-0EFEBAF48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49" y="4306133"/>
            <a:ext cx="4479778" cy="1859835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832410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E5B4A-61CE-AA20-F049-15BF5706C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C28D65-6E76-EA46-031F-D2ED67D0F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ja-JP" dirty="0"/>
              <a:t>Procedure step to generate Offline Travel card 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C6D0E8A-98F9-55E4-F2C9-18D5BFF2818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D170B20-ECEB-0619-4B80-172D9C0C750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EB8ABA1E-4858-6813-8FF3-719B028CBF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B49B395-7476-BBA1-F449-357420047F9E}"/>
              </a:ext>
            </a:extLst>
          </p:cNvPr>
          <p:cNvSpPr txBox="1"/>
          <p:nvPr/>
        </p:nvSpPr>
        <p:spPr>
          <a:xfrm>
            <a:off x="491783" y="1049689"/>
            <a:ext cx="10830337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Step4: “</a:t>
            </a:r>
            <a:r>
              <a:rPr kumimoji="1" lang="en-US" altLang="ja-JP" b="1" dirty="0" err="1"/>
              <a:t>Shee</a:t>
            </a:r>
            <a:r>
              <a:rPr kumimoji="1" lang="en-US" altLang="ja-JP" dirty="0"/>
              <a:t>” will Pass </a:t>
            </a:r>
            <a:r>
              <a:rPr kumimoji="1" lang="en-US" altLang="ja-JP" dirty="0">
                <a:solidFill>
                  <a:srgbClr val="FF0000"/>
                </a:solidFill>
              </a:rPr>
              <a:t>material(1set) &amp; Semi complete label </a:t>
            </a:r>
            <a:r>
              <a:rPr kumimoji="1" lang="en-US" altLang="ja-JP" dirty="0"/>
              <a:t>to </a:t>
            </a:r>
            <a:r>
              <a:rPr kumimoji="1" lang="en-US" altLang="ja-JP" b="1" dirty="0"/>
              <a:t>Jecille</a:t>
            </a:r>
            <a:r>
              <a:rPr kumimoji="1" lang="en-US" altLang="ja-JP" dirty="0"/>
              <a:t>, after </a:t>
            </a:r>
            <a:r>
              <a:rPr kumimoji="1" lang="en-US" altLang="ja-JP" b="1" dirty="0"/>
              <a:t>Jecille </a:t>
            </a:r>
            <a:r>
              <a:rPr kumimoji="1" lang="en-US" altLang="ja-JP" dirty="0"/>
              <a:t>checking material and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qty is correct </a:t>
            </a:r>
            <a:r>
              <a:rPr kumimoji="1" lang="en-US" altLang="ja-JP" b="1" dirty="0"/>
              <a:t>Jecille</a:t>
            </a:r>
            <a:r>
              <a:rPr kumimoji="1" lang="en-US" altLang="ja-JP" dirty="0"/>
              <a:t> will generate offline Travel card. </a:t>
            </a:r>
            <a:r>
              <a:rPr kumimoji="1" lang="en-US" altLang="ja-JP" b="1" dirty="0"/>
              <a:t>Jecille</a:t>
            </a:r>
            <a:r>
              <a:rPr kumimoji="1" lang="en-US" altLang="ja-JP" dirty="0"/>
              <a:t> will pass offline Travel card and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materials to Assembly side.</a:t>
            </a:r>
          </a:p>
          <a:p>
            <a:pPr algn="l">
              <a:spcBef>
                <a:spcPts val="900"/>
              </a:spcBef>
            </a:pPr>
            <a:endParaRPr kumimoji="1" lang="ja-JP" altLang="en-US" dirty="0" err="1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8F606094-9536-5B8C-460D-17DA6B994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74" y="3086438"/>
            <a:ext cx="4091996" cy="2886441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28B8D11-3E60-2BF9-6C54-2F3B495CC7E7}"/>
              </a:ext>
            </a:extLst>
          </p:cNvPr>
          <p:cNvSpPr txBox="1"/>
          <p:nvPr/>
        </p:nvSpPr>
        <p:spPr>
          <a:xfrm>
            <a:off x="587374" y="2781168"/>
            <a:ext cx="3267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Offline Travel card (</a:t>
            </a:r>
            <a:r>
              <a:rPr kumimoji="1" lang="en-US" altLang="ja-JP" b="1" dirty="0"/>
              <a:t>front side</a:t>
            </a:r>
            <a:r>
              <a:rPr kumimoji="1" lang="en-US" altLang="ja-JP" dirty="0"/>
              <a:t>)</a:t>
            </a:r>
            <a:endParaRPr kumimoji="1" lang="ja-JP" altLang="en-US" dirty="0" err="1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10D4EAE2-7936-85F3-0F5D-7C4EBE87F88C}"/>
              </a:ext>
            </a:extLst>
          </p:cNvPr>
          <p:cNvSpPr/>
          <p:nvPr/>
        </p:nvSpPr>
        <p:spPr>
          <a:xfrm>
            <a:off x="3380557" y="5497065"/>
            <a:ext cx="779646" cy="356135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3A488EC-0D42-27BB-DB20-B0C7C881687D}"/>
              </a:ext>
            </a:extLst>
          </p:cNvPr>
          <p:cNvSpPr txBox="1"/>
          <p:nvPr/>
        </p:nvSpPr>
        <p:spPr>
          <a:xfrm>
            <a:off x="2966313" y="5848053"/>
            <a:ext cx="3550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Batch number: </a:t>
            </a:r>
            <a:r>
              <a:rPr kumimoji="1" lang="ja-JP" altLang="en-US" dirty="0"/>
              <a:t>○○</a:t>
            </a:r>
            <a:r>
              <a:rPr kumimoji="1" lang="en-US" altLang="ja-JP" dirty="0"/>
              <a:t>+260710+001</a:t>
            </a:r>
            <a:endParaRPr kumimoji="1" lang="ja-JP" altLang="en-US" b="1" dirty="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DC6623D-92E1-35BA-2FA6-82FD8F32AAEF}"/>
              </a:ext>
            </a:extLst>
          </p:cNvPr>
          <p:cNvSpPr/>
          <p:nvPr/>
        </p:nvSpPr>
        <p:spPr>
          <a:xfrm>
            <a:off x="5093614" y="3268983"/>
            <a:ext cx="3886757" cy="245677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AEE878C-EA91-C041-541C-EAD74FA08EB5}"/>
              </a:ext>
            </a:extLst>
          </p:cNvPr>
          <p:cNvSpPr txBox="1"/>
          <p:nvPr/>
        </p:nvSpPr>
        <p:spPr>
          <a:xfrm>
            <a:off x="5013040" y="2819171"/>
            <a:ext cx="3284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Off line Travel card (</a:t>
            </a:r>
            <a:r>
              <a:rPr kumimoji="1" lang="en-US" altLang="ja-JP" b="1" dirty="0"/>
              <a:t>back side</a:t>
            </a:r>
            <a:r>
              <a:rPr kumimoji="1" lang="en-US" altLang="ja-JP" dirty="0"/>
              <a:t>)</a:t>
            </a:r>
            <a:endParaRPr kumimoji="1" lang="ja-JP" altLang="en-US" dirty="0" err="1"/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3DA750A6-1495-04D0-4A5D-71A488C9E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896" y="3730769"/>
            <a:ext cx="2086865" cy="769459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FE841DC-9A18-D79C-98CB-6A263A60C3EB}"/>
              </a:ext>
            </a:extLst>
          </p:cNvPr>
          <p:cNvSpPr txBox="1"/>
          <p:nvPr/>
        </p:nvSpPr>
        <p:spPr>
          <a:xfrm>
            <a:off x="5314962" y="3301532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u="sng" dirty="0"/>
              <a:t>Label</a:t>
            </a:r>
            <a:endParaRPr kumimoji="1" lang="ja-JP" altLang="en-US" u="sng" dirty="0" err="1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7082097-63F0-8D28-0401-A94C668E3D40}"/>
              </a:ext>
            </a:extLst>
          </p:cNvPr>
          <p:cNvSpPr txBox="1"/>
          <p:nvPr/>
        </p:nvSpPr>
        <p:spPr>
          <a:xfrm>
            <a:off x="5314961" y="4602536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u="sng" dirty="0"/>
              <a:t>Control items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4B10B13-18FD-DB5E-4A33-44BEBE03252E}"/>
              </a:ext>
            </a:extLst>
          </p:cNvPr>
          <p:cNvSpPr txBox="1"/>
          <p:nvPr/>
        </p:nvSpPr>
        <p:spPr>
          <a:xfrm>
            <a:off x="7358626" y="3735621"/>
            <a:ext cx="4272323" cy="761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Attach semi complete Label on backside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(This is for traceability what bat# used)</a:t>
            </a:r>
            <a:endParaRPr kumimoji="1" lang="ja-JP" altLang="en-US" dirty="0" err="1"/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3A30FB10-4C1E-E73B-D313-F5D17AE543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9580"/>
          <a:stretch>
            <a:fillRect/>
          </a:stretch>
        </p:blipFill>
        <p:spPr>
          <a:xfrm>
            <a:off x="5354146" y="5000168"/>
            <a:ext cx="1406695" cy="53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629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E1356-AF25-5997-EDF2-12EF647AB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270BAD-C308-3FBB-B858-D28A0270C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ja-JP" dirty="0"/>
              <a:t>Procedure step to generate Offline Travel card 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9CDFFB6-DC5E-0FF6-A1B3-B36D4743CA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0944AE1-F749-4D69-3287-08FA2207DF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534409DB-8DE3-64A2-24CC-E0CEA8CC41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15674EB-F9AC-FE19-0322-F455F549C7BD}"/>
              </a:ext>
            </a:extLst>
          </p:cNvPr>
          <p:cNvSpPr txBox="1"/>
          <p:nvPr/>
        </p:nvSpPr>
        <p:spPr>
          <a:xfrm>
            <a:off x="491785" y="1360935"/>
            <a:ext cx="11331948" cy="2331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Step5: Assembly side operator will proceed to the end of Travel card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Step6: After the offline process is complete operator will print offline complete label (</a:t>
            </a:r>
            <a:r>
              <a:rPr kumimoji="1" lang="en-US" altLang="ja-JP" b="1" dirty="0"/>
              <a:t>5 sheet, (4 for backup)</a:t>
            </a:r>
            <a:r>
              <a:rPr kumimoji="1" lang="en-US" altLang="ja-JP" dirty="0"/>
              <a:t>)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Put bellow 3 items in box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	</a:t>
            </a:r>
            <a:r>
              <a:rPr kumimoji="1" lang="ja-JP" altLang="en-US" dirty="0"/>
              <a:t>・</a:t>
            </a:r>
            <a:r>
              <a:rPr kumimoji="1" lang="en-US" altLang="ja-JP" u="sng" dirty="0"/>
              <a:t>semi complete material</a:t>
            </a:r>
            <a:r>
              <a:rPr kumimoji="1" lang="en-US" altLang="ja-JP" dirty="0"/>
              <a:t>:  1 set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	</a:t>
            </a:r>
            <a:r>
              <a:rPr kumimoji="1" lang="ja-JP" altLang="en-US" dirty="0"/>
              <a:t>・</a:t>
            </a:r>
            <a:r>
              <a:rPr kumimoji="1" lang="en-US" altLang="ja-JP" dirty="0"/>
              <a:t>Off line Travel Card:  1 sheet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	</a:t>
            </a:r>
            <a:r>
              <a:rPr kumimoji="1" lang="ja-JP" altLang="en-US" dirty="0"/>
              <a:t>・</a:t>
            </a:r>
            <a:r>
              <a:rPr kumimoji="1" lang="en-US" altLang="ja-JP" dirty="0"/>
              <a:t>Offline complete Label:  5 sheet</a:t>
            </a:r>
          </a:p>
        </p:txBody>
      </p:sp>
      <p:sp>
        <p:nvSpPr>
          <p:cNvPr id="8" name="平行四辺形 7">
            <a:extLst>
              <a:ext uri="{FF2B5EF4-FFF2-40B4-BE49-F238E27FC236}">
                <a16:creationId xmlns:a16="http://schemas.microsoft.com/office/drawing/2014/main" id="{A1526418-1166-E24D-FCC6-363D0385E0FC}"/>
              </a:ext>
            </a:extLst>
          </p:cNvPr>
          <p:cNvSpPr/>
          <p:nvPr/>
        </p:nvSpPr>
        <p:spPr>
          <a:xfrm>
            <a:off x="6880173" y="2665415"/>
            <a:ext cx="4981782" cy="1276755"/>
          </a:xfrm>
          <a:prstGeom prst="parallelogram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95956BD-A562-598A-5442-F8C46DBC47B3}"/>
              </a:ext>
            </a:extLst>
          </p:cNvPr>
          <p:cNvSpPr txBox="1"/>
          <p:nvPr/>
        </p:nvSpPr>
        <p:spPr>
          <a:xfrm>
            <a:off x="7528421" y="2215654"/>
            <a:ext cx="3417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900"/>
              </a:spcBef>
            </a:pPr>
            <a:r>
              <a:rPr kumimoji="1" lang="en-US" altLang="ja-JP" dirty="0"/>
              <a:t>Offline complete Label (2 sheet)</a:t>
            </a:r>
            <a:endParaRPr kumimoji="1" lang="ja-JP" altLang="en-US" dirty="0" err="1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EA0D340-4111-93FE-1C2F-9ADE770C2DE6}"/>
              </a:ext>
            </a:extLst>
          </p:cNvPr>
          <p:cNvSpPr txBox="1"/>
          <p:nvPr/>
        </p:nvSpPr>
        <p:spPr>
          <a:xfrm>
            <a:off x="7070754" y="3420119"/>
            <a:ext cx="4598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kumimoji="1" lang="en-US" altLang="ja-JP" sz="1800" dirty="0"/>
              <a:t>Bat#</a:t>
            </a:r>
            <a:r>
              <a:rPr kumimoji="1" lang="en-US" altLang="ja-JP" dirty="0"/>
              <a:t> g29050687</a:t>
            </a:r>
            <a:r>
              <a:rPr kumimoji="1" lang="en-US" altLang="ja-JP" b="1" dirty="0"/>
              <a:t>001 </a:t>
            </a:r>
            <a:r>
              <a:rPr kumimoji="1" lang="en-US" altLang="ja-JP" sz="1800" dirty="0"/>
              <a:t> MIG240501</a:t>
            </a:r>
            <a:r>
              <a:rPr kumimoji="1" lang="ja-JP" altLang="en-US" sz="1800" dirty="0"/>
              <a:t>　　</a:t>
            </a:r>
            <a:r>
              <a:rPr kumimoji="1" lang="en-US" altLang="ja-JP" sz="1800" dirty="0"/>
              <a:t>58pcs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7C78A154-66B8-75E5-7EB7-86908EB439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960"/>
          <a:stretch>
            <a:fillRect/>
          </a:stretch>
        </p:blipFill>
        <p:spPr>
          <a:xfrm>
            <a:off x="9275129" y="2916611"/>
            <a:ext cx="883044" cy="387329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E097BD5-248B-6C11-68C6-B54734528D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960"/>
          <a:stretch>
            <a:fillRect/>
          </a:stretch>
        </p:blipFill>
        <p:spPr>
          <a:xfrm>
            <a:off x="7626185" y="2897098"/>
            <a:ext cx="1026884" cy="450421"/>
          </a:xfrm>
          <a:prstGeom prst="rect">
            <a:avLst/>
          </a:prstGeom>
        </p:spPr>
      </p:pic>
      <p:sp>
        <p:nvSpPr>
          <p:cNvPr id="13" name="直方体 12">
            <a:extLst>
              <a:ext uri="{FF2B5EF4-FFF2-40B4-BE49-F238E27FC236}">
                <a16:creationId xmlns:a16="http://schemas.microsoft.com/office/drawing/2014/main" id="{D2D2AC41-31B2-7A53-D749-36E6D8E7A0AE}"/>
              </a:ext>
            </a:extLst>
          </p:cNvPr>
          <p:cNvSpPr/>
          <p:nvPr/>
        </p:nvSpPr>
        <p:spPr>
          <a:xfrm>
            <a:off x="1819175" y="4581624"/>
            <a:ext cx="2589195" cy="1347537"/>
          </a:xfrm>
          <a:prstGeom prst="cub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A314BA00-86B7-F5A3-2110-F1E1D0F1E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173" y="4504851"/>
            <a:ext cx="2638193" cy="1860947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BE48472-BE3D-6751-F3D1-EB31C486A211}"/>
              </a:ext>
            </a:extLst>
          </p:cNvPr>
          <p:cNvSpPr txBox="1"/>
          <p:nvPr/>
        </p:nvSpPr>
        <p:spPr>
          <a:xfrm>
            <a:off x="6880173" y="4151717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Offline Travel card</a:t>
            </a:r>
            <a:endParaRPr kumimoji="1" lang="ja-JP" altLang="en-US" dirty="0" err="1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265ACE6-C730-DA07-50CB-C7E305CB1B17}"/>
              </a:ext>
            </a:extLst>
          </p:cNvPr>
          <p:cNvSpPr txBox="1"/>
          <p:nvPr/>
        </p:nvSpPr>
        <p:spPr>
          <a:xfrm>
            <a:off x="269741" y="5569682"/>
            <a:ext cx="1406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Storage box</a:t>
            </a:r>
            <a:endParaRPr kumimoji="1" lang="ja-JP" altLang="en-US" dirty="0" err="1"/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CE4381C2-F5D1-9B6C-0DA9-9742608D85AA}"/>
              </a:ext>
            </a:extLst>
          </p:cNvPr>
          <p:cNvCxnSpPr>
            <a:cxnSpLocks/>
          </p:cNvCxnSpPr>
          <p:nvPr/>
        </p:nvCxnSpPr>
        <p:spPr>
          <a:xfrm flipH="1">
            <a:off x="3879932" y="3347519"/>
            <a:ext cx="3028148" cy="13356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77619D77-FF60-3E17-A26B-38305CDC0833}"/>
              </a:ext>
            </a:extLst>
          </p:cNvPr>
          <p:cNvCxnSpPr>
            <a:cxnSpLocks/>
          </p:cNvCxnSpPr>
          <p:nvPr/>
        </p:nvCxnSpPr>
        <p:spPr>
          <a:xfrm flipH="1">
            <a:off x="3797754" y="4864806"/>
            <a:ext cx="3021956" cy="6143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43DDB4A0-1A6E-1838-BE17-CE53FDFF3F22}"/>
              </a:ext>
            </a:extLst>
          </p:cNvPr>
          <p:cNvCxnSpPr>
            <a:cxnSpLocks/>
          </p:cNvCxnSpPr>
          <p:nvPr/>
        </p:nvCxnSpPr>
        <p:spPr>
          <a:xfrm flipH="1">
            <a:off x="3092933" y="2801324"/>
            <a:ext cx="71694" cy="23706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図 25">
            <a:extLst>
              <a:ext uri="{FF2B5EF4-FFF2-40B4-BE49-F238E27FC236}">
                <a16:creationId xmlns:a16="http://schemas.microsoft.com/office/drawing/2014/main" id="{B6CCF11D-4FC2-336F-0A40-DA481933BC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960"/>
          <a:stretch>
            <a:fillRect/>
          </a:stretch>
        </p:blipFill>
        <p:spPr>
          <a:xfrm>
            <a:off x="10616564" y="2925916"/>
            <a:ext cx="883044" cy="38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202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03FA9-FD06-0BCD-1675-B175CD3E1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9CA305-9025-9AA4-EF76-6A541149F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ja-JP" dirty="0"/>
              <a:t>Procedure step to generate Semi-complete Travel card 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3F78736-1B9E-F224-BE12-0C474D8A883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218A330-199C-133C-90FC-541C46C2878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995032D2-2F33-7A42-478A-2B61778D0E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21C0B51-45DC-AECC-D137-24B6EC63AF03}"/>
              </a:ext>
            </a:extLst>
          </p:cNvPr>
          <p:cNvSpPr txBox="1"/>
          <p:nvPr/>
        </p:nvSpPr>
        <p:spPr>
          <a:xfrm>
            <a:off x="491785" y="1360935"/>
            <a:ext cx="9012404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Step7: Operator will pass to “</a:t>
            </a:r>
            <a:r>
              <a:rPr kumimoji="1" lang="en-US" altLang="ja-JP" b="1" dirty="0" err="1"/>
              <a:t>Shee</a:t>
            </a:r>
            <a:r>
              <a:rPr kumimoji="1" lang="en-US" altLang="ja-JP" dirty="0"/>
              <a:t>”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Step8: “</a:t>
            </a:r>
            <a:r>
              <a:rPr kumimoji="1" lang="en-US" altLang="ja-JP" b="1" dirty="0" err="1"/>
              <a:t>Shee</a:t>
            </a:r>
            <a:r>
              <a:rPr kumimoji="1" lang="en-US" altLang="ja-JP" dirty="0"/>
              <a:t>” will do put in storage (First in First out). Scan Off line Travel card and bat#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(Link raw material Lot# and Semi-complete bat# and qty)</a:t>
            </a:r>
          </a:p>
        </p:txBody>
      </p:sp>
    </p:spTree>
    <p:extLst>
      <p:ext uri="{BB962C8B-B14F-4D97-AF65-F5344CB8AC3E}">
        <p14:creationId xmlns:p14="http://schemas.microsoft.com/office/powerpoint/2010/main" val="2527974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761A473A-97E1-B1C9-8EE5-CFF529A1D59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C80E9AF-9237-2505-A8B7-38F0290288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sv-SE" dirty="0"/>
              <a:t>Yuichiro Yamaji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C240C421-957A-682A-A3C0-4F3A167640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Tracebility for BMS product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4C4C6DE-3D91-E5D6-F203-6C00D540AA6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C78C308-5C50-E68A-26E8-D8343CAC951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DC5CB37-4675-2546-71B6-5E4B4C1420C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sv-SE" dirty="0"/>
              <a:t>2026/Jul/10</a:t>
            </a:r>
          </a:p>
          <a:p>
            <a:r>
              <a:rPr lang="sv-SE" dirty="0"/>
              <a:t>MagBG BMS Dep</a:t>
            </a:r>
          </a:p>
        </p:txBody>
      </p:sp>
    </p:spTree>
    <p:extLst>
      <p:ext uri="{BB962C8B-B14F-4D97-AF65-F5344CB8AC3E}">
        <p14:creationId xmlns:p14="http://schemas.microsoft.com/office/powerpoint/2010/main" val="1792727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0C33EC0-5B9F-67FF-0F7F-DA27BD75653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B624447-99E8-E6DC-B85B-61C556B69F9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7B9E254-B366-06C5-DAAF-8FFE21614A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8CDAF4C-5FF4-C037-9AF3-DE1926784DF5}"/>
              </a:ext>
            </a:extLst>
          </p:cNvPr>
          <p:cNvSpPr/>
          <p:nvPr/>
        </p:nvSpPr>
        <p:spPr>
          <a:xfrm>
            <a:off x="1119883" y="1582219"/>
            <a:ext cx="7407668" cy="4654194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77022AE-E285-A33B-5430-6F0035AF3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4" y="274818"/>
            <a:ext cx="11017250" cy="972000"/>
          </a:xfrm>
        </p:spPr>
        <p:txBody>
          <a:bodyPr/>
          <a:lstStyle/>
          <a:p>
            <a:r>
              <a:rPr lang="sv-SE" dirty="0"/>
              <a:t>Format of request sheet</a:t>
            </a:r>
          </a:p>
        </p:txBody>
      </p:sp>
      <p:graphicFrame>
        <p:nvGraphicFramePr>
          <p:cNvPr id="14" name="表 13">
            <a:extLst>
              <a:ext uri="{FF2B5EF4-FFF2-40B4-BE49-F238E27FC236}">
                <a16:creationId xmlns:a16="http://schemas.microsoft.com/office/drawing/2014/main" id="{F4EF94BD-575B-592D-4239-ADD875139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842916"/>
              </p:ext>
            </p:extLst>
          </p:nvPr>
        </p:nvGraphicFramePr>
        <p:xfrm>
          <a:off x="1390237" y="2933212"/>
          <a:ext cx="5315561" cy="2340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89447">
                  <a:extLst>
                    <a:ext uri="{9D8B030D-6E8A-4147-A177-3AD203B41FA5}">
                      <a16:colId xmlns:a16="http://schemas.microsoft.com/office/drawing/2014/main" val="1921336363"/>
                    </a:ext>
                  </a:extLst>
                </a:gridCol>
                <a:gridCol w="1417834">
                  <a:extLst>
                    <a:ext uri="{9D8B030D-6E8A-4147-A177-3AD203B41FA5}">
                      <a16:colId xmlns:a16="http://schemas.microsoft.com/office/drawing/2014/main" val="1784539107"/>
                    </a:ext>
                  </a:extLst>
                </a:gridCol>
                <a:gridCol w="1797977">
                  <a:extLst>
                    <a:ext uri="{9D8B030D-6E8A-4147-A177-3AD203B41FA5}">
                      <a16:colId xmlns:a16="http://schemas.microsoft.com/office/drawing/2014/main" val="1709040916"/>
                    </a:ext>
                  </a:extLst>
                </a:gridCol>
                <a:gridCol w="1510303">
                  <a:extLst>
                    <a:ext uri="{9D8B030D-6E8A-4147-A177-3AD203B41FA5}">
                      <a16:colId xmlns:a16="http://schemas.microsoft.com/office/drawing/2014/main" val="1724549528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No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Model No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Barcode(model no)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Qty/weight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60484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1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MIG240501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30 pcs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20535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2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234275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3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31633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4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671890"/>
                  </a:ext>
                </a:extLst>
              </a:tr>
            </a:tbl>
          </a:graphicData>
        </a:graphic>
      </p:graphicFrame>
      <p:pic>
        <p:nvPicPr>
          <p:cNvPr id="15" name="図 14">
            <a:extLst>
              <a:ext uri="{FF2B5EF4-FFF2-40B4-BE49-F238E27FC236}">
                <a16:creationId xmlns:a16="http://schemas.microsoft.com/office/drawing/2014/main" id="{C7D1717E-8532-ABD2-EF63-3693D2026E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960"/>
          <a:stretch>
            <a:fillRect/>
          </a:stretch>
        </p:blipFill>
        <p:spPr>
          <a:xfrm>
            <a:off x="3772655" y="3429000"/>
            <a:ext cx="788350" cy="345793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E1C0AD0-254C-A703-E027-1F6E947CDD46}"/>
              </a:ext>
            </a:extLst>
          </p:cNvPr>
          <p:cNvSpPr txBox="1"/>
          <p:nvPr/>
        </p:nvSpPr>
        <p:spPr>
          <a:xfrm>
            <a:off x="1315091" y="2563880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u="sng" dirty="0"/>
              <a:t>Material List</a:t>
            </a:r>
            <a:endParaRPr kumimoji="1" lang="ja-JP" altLang="en-US" u="sng" dirty="0" err="1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66EE747-7FD3-5B33-4512-F7FD9210EE08}"/>
              </a:ext>
            </a:extLst>
          </p:cNvPr>
          <p:cNvSpPr txBox="1"/>
          <p:nvPr/>
        </p:nvSpPr>
        <p:spPr>
          <a:xfrm>
            <a:off x="1315091" y="1724238"/>
            <a:ext cx="4915128" cy="761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u="sng" dirty="0"/>
              <a:t>Customer info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Name customer, qty of sensor, PO#, item code</a:t>
            </a:r>
            <a:endParaRPr kumimoji="1" lang="ja-JP" altLang="en-US" dirty="0" err="1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A830709-454F-96B0-13A0-974A1AA2EFBF}"/>
              </a:ext>
            </a:extLst>
          </p:cNvPr>
          <p:cNvSpPr txBox="1"/>
          <p:nvPr/>
        </p:nvSpPr>
        <p:spPr>
          <a:xfrm>
            <a:off x="6938654" y="1605926"/>
            <a:ext cx="1588897" cy="6386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spcBef>
                <a:spcPts val="900"/>
              </a:spcBef>
            </a:pPr>
            <a:r>
              <a:rPr kumimoji="1" lang="en-US" altLang="ja-JP" sz="1400" u="sng" dirty="0"/>
              <a:t>Issue Date</a:t>
            </a:r>
          </a:p>
          <a:p>
            <a:pPr algn="r">
              <a:spcBef>
                <a:spcPts val="900"/>
              </a:spcBef>
            </a:pPr>
            <a:r>
              <a:rPr kumimoji="1" lang="en-US" altLang="ja-JP" sz="1400" u="sng" dirty="0"/>
              <a:t>Request sheet No</a:t>
            </a:r>
            <a:endParaRPr kumimoji="1" lang="ja-JP" altLang="en-US" sz="1400" u="sng" dirty="0" err="1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2D4536D-CA9D-ED18-6916-DF87C93978BD}"/>
              </a:ext>
            </a:extLst>
          </p:cNvPr>
          <p:cNvSpPr/>
          <p:nvPr/>
        </p:nvSpPr>
        <p:spPr>
          <a:xfrm>
            <a:off x="1466633" y="5723873"/>
            <a:ext cx="811225" cy="4011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A5F0EEB-481F-A15E-FBA7-2F12F8182CE9}"/>
              </a:ext>
            </a:extLst>
          </p:cNvPr>
          <p:cNvSpPr txBox="1"/>
          <p:nvPr/>
        </p:nvSpPr>
        <p:spPr>
          <a:xfrm>
            <a:off x="1390237" y="5398562"/>
            <a:ext cx="82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sz="1400" u="sng" dirty="0"/>
              <a:t>Checker</a:t>
            </a:r>
            <a:endParaRPr kumimoji="1" lang="ja-JP" altLang="en-US" sz="1400" dirty="0" err="1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507AC0B-FD2D-656B-B88C-C135DB33AE8F}"/>
              </a:ext>
            </a:extLst>
          </p:cNvPr>
          <p:cNvSpPr txBox="1"/>
          <p:nvPr/>
        </p:nvSpPr>
        <p:spPr>
          <a:xfrm>
            <a:off x="2650035" y="5388348"/>
            <a:ext cx="923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sz="1400" u="sng" dirty="0"/>
              <a:t>Approver</a:t>
            </a:r>
            <a:endParaRPr kumimoji="1" lang="ja-JP" altLang="en-US" sz="1400" dirty="0" err="1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ABEBF52-A371-DCAE-CFC0-1DD39330CACB}"/>
              </a:ext>
            </a:extLst>
          </p:cNvPr>
          <p:cNvSpPr txBox="1"/>
          <p:nvPr/>
        </p:nvSpPr>
        <p:spPr>
          <a:xfrm>
            <a:off x="1558622" y="5701766"/>
            <a:ext cx="635110" cy="423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sz="700" dirty="0"/>
              <a:t>Malen</a:t>
            </a:r>
          </a:p>
          <a:p>
            <a:pPr algn="l">
              <a:spcBef>
                <a:spcPts val="900"/>
              </a:spcBef>
            </a:pPr>
            <a:r>
              <a:rPr kumimoji="1" lang="en-US" altLang="ja-JP" sz="700" dirty="0"/>
              <a:t>2026/Jul-10</a:t>
            </a:r>
            <a:endParaRPr kumimoji="1" lang="ja-JP" altLang="en-US" sz="700" dirty="0" err="1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F22E863-0371-F8B7-52AA-2ECB8A21A9B9}"/>
              </a:ext>
            </a:extLst>
          </p:cNvPr>
          <p:cNvSpPr/>
          <p:nvPr/>
        </p:nvSpPr>
        <p:spPr>
          <a:xfrm>
            <a:off x="2762461" y="5708274"/>
            <a:ext cx="811225" cy="4011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8746E78-ABF1-5B4C-F828-393CBF0A9135}"/>
              </a:ext>
            </a:extLst>
          </p:cNvPr>
          <p:cNvSpPr txBox="1"/>
          <p:nvPr/>
        </p:nvSpPr>
        <p:spPr>
          <a:xfrm>
            <a:off x="2848490" y="5713379"/>
            <a:ext cx="635110" cy="423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sz="700" dirty="0"/>
              <a:t>Happee</a:t>
            </a:r>
          </a:p>
          <a:p>
            <a:pPr algn="l">
              <a:spcBef>
                <a:spcPts val="900"/>
              </a:spcBef>
            </a:pPr>
            <a:r>
              <a:rPr kumimoji="1" lang="en-US" altLang="ja-JP" sz="700" dirty="0"/>
              <a:t>2026/Jul-10</a:t>
            </a:r>
            <a:endParaRPr kumimoji="1" lang="ja-JP" altLang="en-US" sz="700" dirty="0" err="1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0818963-50D5-3072-155F-9CB41AF6A616}"/>
              </a:ext>
            </a:extLst>
          </p:cNvPr>
          <p:cNvSpPr txBox="1"/>
          <p:nvPr/>
        </p:nvSpPr>
        <p:spPr>
          <a:xfrm>
            <a:off x="1119883" y="1211767"/>
            <a:ext cx="1611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u="sng" dirty="0"/>
              <a:t>Request sheet</a:t>
            </a:r>
            <a:endParaRPr kumimoji="1" lang="ja-JP" altLang="en-US" dirty="0" err="1"/>
          </a:p>
        </p:txBody>
      </p:sp>
    </p:spTree>
    <p:extLst>
      <p:ext uri="{BB962C8B-B14F-4D97-AF65-F5344CB8AC3E}">
        <p14:creationId xmlns:p14="http://schemas.microsoft.com/office/powerpoint/2010/main" val="1825289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15E71-A255-2EC6-8F68-EED902F32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F223F68-3A12-27D8-CE53-25A00C1BBC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C31E767-AA2E-40CD-C9B9-DF5C58A4B50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77AF7BA3-D0C8-37D5-453C-12EADE81EAE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E6D8162-61E5-9C87-4F64-61DF04361CB2}"/>
              </a:ext>
            </a:extLst>
          </p:cNvPr>
          <p:cNvSpPr/>
          <p:nvPr/>
        </p:nvSpPr>
        <p:spPr>
          <a:xfrm>
            <a:off x="1119882" y="1582219"/>
            <a:ext cx="10346077" cy="4654194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7812D89-8248-B471-ACC2-54FF1F3ED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4" y="274818"/>
            <a:ext cx="11017250" cy="972000"/>
          </a:xfrm>
        </p:spPr>
        <p:txBody>
          <a:bodyPr/>
          <a:lstStyle/>
          <a:p>
            <a:r>
              <a:rPr lang="sv-SE" dirty="0"/>
              <a:t>Format of request sheet</a:t>
            </a:r>
          </a:p>
        </p:txBody>
      </p:sp>
      <p:graphicFrame>
        <p:nvGraphicFramePr>
          <p:cNvPr id="14" name="表 13">
            <a:extLst>
              <a:ext uri="{FF2B5EF4-FFF2-40B4-BE49-F238E27FC236}">
                <a16:creationId xmlns:a16="http://schemas.microsoft.com/office/drawing/2014/main" id="{E5C958A3-16BC-B7A3-B87C-2FDB59116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032269"/>
              </p:ext>
            </p:extLst>
          </p:nvPr>
        </p:nvGraphicFramePr>
        <p:xfrm>
          <a:off x="1390235" y="2320883"/>
          <a:ext cx="9681883" cy="23901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9593">
                  <a:extLst>
                    <a:ext uri="{9D8B030D-6E8A-4147-A177-3AD203B41FA5}">
                      <a16:colId xmlns:a16="http://schemas.microsoft.com/office/drawing/2014/main" val="1921336363"/>
                    </a:ext>
                  </a:extLst>
                </a:gridCol>
                <a:gridCol w="1394132">
                  <a:extLst>
                    <a:ext uri="{9D8B030D-6E8A-4147-A177-3AD203B41FA5}">
                      <a16:colId xmlns:a16="http://schemas.microsoft.com/office/drawing/2014/main" val="1784539107"/>
                    </a:ext>
                  </a:extLst>
                </a:gridCol>
                <a:gridCol w="1767922">
                  <a:extLst>
                    <a:ext uri="{9D8B030D-6E8A-4147-A177-3AD203B41FA5}">
                      <a16:colId xmlns:a16="http://schemas.microsoft.com/office/drawing/2014/main" val="1709040916"/>
                    </a:ext>
                  </a:extLst>
                </a:gridCol>
                <a:gridCol w="1485059">
                  <a:extLst>
                    <a:ext uri="{9D8B030D-6E8A-4147-A177-3AD203B41FA5}">
                      <a16:colId xmlns:a16="http://schemas.microsoft.com/office/drawing/2014/main" val="1724549528"/>
                    </a:ext>
                  </a:extLst>
                </a:gridCol>
                <a:gridCol w="1485059">
                  <a:extLst>
                    <a:ext uri="{9D8B030D-6E8A-4147-A177-3AD203B41FA5}">
                      <a16:colId xmlns:a16="http://schemas.microsoft.com/office/drawing/2014/main" val="1870802964"/>
                    </a:ext>
                  </a:extLst>
                </a:gridCol>
                <a:gridCol w="1485059">
                  <a:extLst>
                    <a:ext uri="{9D8B030D-6E8A-4147-A177-3AD203B41FA5}">
                      <a16:colId xmlns:a16="http://schemas.microsoft.com/office/drawing/2014/main" val="1011711297"/>
                    </a:ext>
                  </a:extLst>
                </a:gridCol>
                <a:gridCol w="1485059">
                  <a:extLst>
                    <a:ext uri="{9D8B030D-6E8A-4147-A177-3AD203B41FA5}">
                      <a16:colId xmlns:a16="http://schemas.microsoft.com/office/drawing/2014/main" val="14767376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No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Model No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Barcode(model no)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Batch/Lot #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Barcode(bat#)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Qty/weight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Check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60484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1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MIG240501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30 pcs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/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20535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2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234275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3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31633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4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671890"/>
                  </a:ext>
                </a:extLst>
              </a:tr>
            </a:tbl>
          </a:graphicData>
        </a:graphic>
      </p:graphicFrame>
      <p:pic>
        <p:nvPicPr>
          <p:cNvPr id="15" name="図 14">
            <a:extLst>
              <a:ext uri="{FF2B5EF4-FFF2-40B4-BE49-F238E27FC236}">
                <a16:creationId xmlns:a16="http://schemas.microsoft.com/office/drawing/2014/main" id="{056C966B-AA99-1B8E-34C8-8E5E90A491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960"/>
          <a:stretch>
            <a:fillRect/>
          </a:stretch>
        </p:blipFill>
        <p:spPr>
          <a:xfrm>
            <a:off x="3735477" y="2901132"/>
            <a:ext cx="788350" cy="345793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9CCBAFF-56F6-8564-F66D-BC4EA888423C}"/>
              </a:ext>
            </a:extLst>
          </p:cNvPr>
          <p:cNvSpPr txBox="1"/>
          <p:nvPr/>
        </p:nvSpPr>
        <p:spPr>
          <a:xfrm>
            <a:off x="1318326" y="1835505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u="sng" dirty="0"/>
              <a:t>Material List</a:t>
            </a:r>
            <a:endParaRPr kumimoji="1" lang="ja-JP" altLang="en-US" u="sng" dirty="0" err="1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271AE49-5C95-1AA6-28AB-58BFA092D5D3}"/>
              </a:ext>
            </a:extLst>
          </p:cNvPr>
          <p:cNvSpPr txBox="1"/>
          <p:nvPr/>
        </p:nvSpPr>
        <p:spPr>
          <a:xfrm>
            <a:off x="10046413" y="1616150"/>
            <a:ext cx="1231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Issue Date</a:t>
            </a:r>
            <a:endParaRPr kumimoji="1" lang="ja-JP" altLang="en-US" dirty="0" err="1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064BE7C-D8AD-CCF6-E9A6-3F088D520D23}"/>
              </a:ext>
            </a:extLst>
          </p:cNvPr>
          <p:cNvSpPr/>
          <p:nvPr/>
        </p:nvSpPr>
        <p:spPr>
          <a:xfrm>
            <a:off x="1466631" y="5435141"/>
            <a:ext cx="811225" cy="4011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B2A9B77-9F1C-7950-6289-920AB33D9068}"/>
              </a:ext>
            </a:extLst>
          </p:cNvPr>
          <p:cNvSpPr txBox="1"/>
          <p:nvPr/>
        </p:nvSpPr>
        <p:spPr>
          <a:xfrm>
            <a:off x="1390235" y="5109830"/>
            <a:ext cx="82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sz="1400" u="sng" dirty="0"/>
              <a:t>Checker</a:t>
            </a:r>
            <a:endParaRPr kumimoji="1" lang="ja-JP" altLang="en-US" sz="1400" dirty="0" err="1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BE4653F-D818-D84D-D0A7-3B12321A2D78}"/>
              </a:ext>
            </a:extLst>
          </p:cNvPr>
          <p:cNvSpPr txBox="1"/>
          <p:nvPr/>
        </p:nvSpPr>
        <p:spPr>
          <a:xfrm>
            <a:off x="2650033" y="5099616"/>
            <a:ext cx="923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sz="1400" u="sng" dirty="0"/>
              <a:t>Approver</a:t>
            </a:r>
            <a:endParaRPr kumimoji="1" lang="ja-JP" altLang="en-US" sz="1400" dirty="0" err="1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DDD18A6-835F-751C-8729-BE74D70AE946}"/>
              </a:ext>
            </a:extLst>
          </p:cNvPr>
          <p:cNvSpPr/>
          <p:nvPr/>
        </p:nvSpPr>
        <p:spPr>
          <a:xfrm>
            <a:off x="2762459" y="5419542"/>
            <a:ext cx="811225" cy="4011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D2B72D-1E6F-B39A-6E36-A170518CBF2E}"/>
              </a:ext>
            </a:extLst>
          </p:cNvPr>
          <p:cNvSpPr txBox="1"/>
          <p:nvPr/>
        </p:nvSpPr>
        <p:spPr>
          <a:xfrm>
            <a:off x="1119883" y="1211767"/>
            <a:ext cx="1656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b="1" u="sng" dirty="0"/>
              <a:t>Assembly List</a:t>
            </a:r>
            <a:endParaRPr kumimoji="1" lang="ja-JP" altLang="en-US" b="1" dirty="0" err="1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1413B18C-F47E-D77B-3349-DF574584A8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960"/>
          <a:stretch>
            <a:fillRect/>
          </a:stretch>
        </p:blipFill>
        <p:spPr>
          <a:xfrm>
            <a:off x="6879825" y="2901132"/>
            <a:ext cx="788350" cy="345793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F934020-1D2A-6515-5235-C13C11D0D1CB}"/>
              </a:ext>
            </a:extLst>
          </p:cNvPr>
          <p:cNvSpPr txBox="1"/>
          <p:nvPr/>
        </p:nvSpPr>
        <p:spPr>
          <a:xfrm>
            <a:off x="4180184" y="5096018"/>
            <a:ext cx="923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sz="1400" u="sng" dirty="0"/>
              <a:t>Boss</a:t>
            </a:r>
            <a:endParaRPr kumimoji="1" lang="ja-JP" altLang="en-US" sz="1400" dirty="0" err="1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F2E0EB2-5AB4-656A-F249-A0F8FA5F2945}"/>
              </a:ext>
            </a:extLst>
          </p:cNvPr>
          <p:cNvSpPr/>
          <p:nvPr/>
        </p:nvSpPr>
        <p:spPr>
          <a:xfrm>
            <a:off x="4124849" y="5417607"/>
            <a:ext cx="811225" cy="40113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6C0C5688-73E7-2DC4-8C00-4CC179E06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352" y="1653260"/>
            <a:ext cx="1409772" cy="62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817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270856-A09A-1685-9E37-BB9B4E2BC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Customer color code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AA779E4-95CF-C75C-FDA9-41014DD3D61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6CF555C-0838-0FAD-ADBC-D26416DECEE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FDD538E-6DAE-B49D-04E0-D65926037E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667CB9A-512C-0969-5B6B-E70720306CC4}"/>
              </a:ext>
            </a:extLst>
          </p:cNvPr>
          <p:cNvSpPr/>
          <p:nvPr/>
        </p:nvSpPr>
        <p:spPr>
          <a:xfrm>
            <a:off x="1119883" y="1582219"/>
            <a:ext cx="2152432" cy="760287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37957D4-ADCF-A6A0-6E70-B653CA659029}"/>
              </a:ext>
            </a:extLst>
          </p:cNvPr>
          <p:cNvSpPr/>
          <p:nvPr/>
        </p:nvSpPr>
        <p:spPr>
          <a:xfrm>
            <a:off x="1119883" y="1582219"/>
            <a:ext cx="359595" cy="380144"/>
          </a:xfrm>
          <a:prstGeom prst="rect">
            <a:avLst/>
          </a:prstGeom>
          <a:solidFill>
            <a:srgbClr val="1132FF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EB73DFB-31BC-721D-018B-FB013410A233}"/>
              </a:ext>
            </a:extLst>
          </p:cNvPr>
          <p:cNvSpPr/>
          <p:nvPr/>
        </p:nvSpPr>
        <p:spPr>
          <a:xfrm>
            <a:off x="1479478" y="1962362"/>
            <a:ext cx="359595" cy="380144"/>
          </a:xfrm>
          <a:prstGeom prst="rect">
            <a:avLst/>
          </a:prstGeom>
          <a:solidFill>
            <a:srgbClr val="1132FF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40A3CFE-37E9-0CA4-8027-98DAFC545194}"/>
              </a:ext>
            </a:extLst>
          </p:cNvPr>
          <p:cNvSpPr/>
          <p:nvPr/>
        </p:nvSpPr>
        <p:spPr>
          <a:xfrm>
            <a:off x="1844211" y="1582217"/>
            <a:ext cx="359595" cy="380144"/>
          </a:xfrm>
          <a:prstGeom prst="rect">
            <a:avLst/>
          </a:prstGeom>
          <a:solidFill>
            <a:srgbClr val="1132FF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r>
              <a:rPr kumimoji="1" lang="en-US" altLang="ja-JP" dirty="0">
                <a:solidFill>
                  <a:schemeClr val="bg1"/>
                </a:solidFill>
              </a:rPr>
              <a:t>0</a:t>
            </a:r>
            <a:endParaRPr kumimoji="1" lang="ja-JP" altLang="en-US" dirty="0" err="1">
              <a:solidFill>
                <a:schemeClr val="bg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48DE0B8-5883-4D6C-D7FC-3420A46806E2}"/>
              </a:ext>
            </a:extLst>
          </p:cNvPr>
          <p:cNvSpPr/>
          <p:nvPr/>
        </p:nvSpPr>
        <p:spPr>
          <a:xfrm>
            <a:off x="2199953" y="1579104"/>
            <a:ext cx="359595" cy="380144"/>
          </a:xfrm>
          <a:prstGeom prst="rect">
            <a:avLst/>
          </a:prstGeom>
          <a:solidFill>
            <a:srgbClr val="1132FF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r>
              <a:rPr kumimoji="1" lang="en-US" altLang="ja-JP" dirty="0">
                <a:solidFill>
                  <a:schemeClr val="bg1"/>
                </a:solidFill>
              </a:rPr>
              <a:t>0</a:t>
            </a:r>
            <a:endParaRPr kumimoji="1" lang="ja-JP" altLang="en-US" dirty="0" err="1">
              <a:solidFill>
                <a:schemeClr val="bg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6BE0B52-5F7E-9FE9-BD4E-7096A612D4DC}"/>
              </a:ext>
            </a:extLst>
          </p:cNvPr>
          <p:cNvSpPr/>
          <p:nvPr/>
        </p:nvSpPr>
        <p:spPr>
          <a:xfrm>
            <a:off x="2565971" y="1582217"/>
            <a:ext cx="359595" cy="380144"/>
          </a:xfrm>
          <a:prstGeom prst="rect">
            <a:avLst/>
          </a:prstGeom>
          <a:solidFill>
            <a:srgbClr val="1132FF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r>
              <a:rPr kumimoji="1" lang="en-US" altLang="ja-JP" dirty="0">
                <a:solidFill>
                  <a:schemeClr val="bg1"/>
                </a:solidFill>
              </a:rPr>
              <a:t>0</a:t>
            </a:r>
            <a:endParaRPr kumimoji="1" lang="ja-JP" altLang="en-US" dirty="0" err="1">
              <a:solidFill>
                <a:schemeClr val="bg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C6130E5-03A1-F3BD-C3C2-0EAFC8D1CA41}"/>
              </a:ext>
            </a:extLst>
          </p:cNvPr>
          <p:cNvSpPr/>
          <p:nvPr/>
        </p:nvSpPr>
        <p:spPr>
          <a:xfrm>
            <a:off x="2912720" y="1958710"/>
            <a:ext cx="359595" cy="380144"/>
          </a:xfrm>
          <a:prstGeom prst="rect">
            <a:avLst/>
          </a:prstGeom>
          <a:solidFill>
            <a:srgbClr val="1132FF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r>
              <a:rPr kumimoji="1" lang="en-US" altLang="ja-JP" dirty="0">
                <a:solidFill>
                  <a:schemeClr val="bg1"/>
                </a:solidFill>
              </a:rPr>
              <a:t>1</a:t>
            </a:r>
            <a:endParaRPr kumimoji="1" lang="ja-JP" altLang="en-US" dirty="0" err="1">
              <a:solidFill>
                <a:schemeClr val="bg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5A0569D-4C2D-5749-754C-91B4B9E8E357}"/>
              </a:ext>
            </a:extLst>
          </p:cNvPr>
          <p:cNvSpPr txBox="1"/>
          <p:nvPr/>
        </p:nvSpPr>
        <p:spPr>
          <a:xfrm>
            <a:off x="3619064" y="1779450"/>
            <a:ext cx="3440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Migne </a:t>
            </a:r>
            <a:r>
              <a:rPr kumimoji="1" lang="en-US" altLang="ja-JP" dirty="0" err="1"/>
              <a:t>AnX</a:t>
            </a:r>
            <a:r>
              <a:rPr kumimoji="1" lang="en-US" altLang="ja-JP" dirty="0"/>
              <a:t> MAGS-M01H-AB00P</a:t>
            </a:r>
            <a:endParaRPr kumimoji="1" lang="ja-JP" altLang="en-US" dirty="0" err="1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1C960EA-270B-4857-3324-A7CA6F523AB4}"/>
              </a:ext>
            </a:extLst>
          </p:cNvPr>
          <p:cNvSpPr/>
          <p:nvPr/>
        </p:nvSpPr>
        <p:spPr>
          <a:xfrm>
            <a:off x="1119883" y="2722649"/>
            <a:ext cx="2165278" cy="760287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68C61DA-51CA-B94A-A679-0301E0A7B88B}"/>
              </a:ext>
            </a:extLst>
          </p:cNvPr>
          <p:cNvSpPr/>
          <p:nvPr/>
        </p:nvSpPr>
        <p:spPr>
          <a:xfrm>
            <a:off x="1130159" y="3102791"/>
            <a:ext cx="359595" cy="380144"/>
          </a:xfrm>
          <a:prstGeom prst="rect">
            <a:avLst/>
          </a:prstGeom>
          <a:solidFill>
            <a:srgbClr val="1132FF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538814C-00DF-10F9-4B68-9F7456ECE7BB}"/>
              </a:ext>
            </a:extLst>
          </p:cNvPr>
          <p:cNvSpPr/>
          <p:nvPr/>
        </p:nvSpPr>
        <p:spPr>
          <a:xfrm>
            <a:off x="1476908" y="2719534"/>
            <a:ext cx="359595" cy="380144"/>
          </a:xfrm>
          <a:prstGeom prst="rect">
            <a:avLst/>
          </a:prstGeom>
          <a:solidFill>
            <a:srgbClr val="1132FF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B62B36D-ECC4-B2AB-41D2-AE99BC69EFF3}"/>
              </a:ext>
            </a:extLst>
          </p:cNvPr>
          <p:cNvSpPr txBox="1"/>
          <p:nvPr/>
        </p:nvSpPr>
        <p:spPr>
          <a:xfrm>
            <a:off x="3619064" y="2919880"/>
            <a:ext cx="4142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Migne Asahi-Intec MAGS-M15V-AB00P</a:t>
            </a:r>
            <a:endParaRPr kumimoji="1" lang="ja-JP" altLang="en-US" dirty="0" err="1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D368EF97-8343-DB77-4E4F-4FBEA99511C6}"/>
              </a:ext>
            </a:extLst>
          </p:cNvPr>
          <p:cNvSpPr/>
          <p:nvPr/>
        </p:nvSpPr>
        <p:spPr>
          <a:xfrm>
            <a:off x="1130160" y="4011916"/>
            <a:ext cx="2103622" cy="760287"/>
          </a:xfrm>
          <a:prstGeom prst="rect">
            <a:avLst/>
          </a:pr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5F01D97-6ABA-0C06-57F2-693B55779D9A}"/>
              </a:ext>
            </a:extLst>
          </p:cNvPr>
          <p:cNvSpPr/>
          <p:nvPr/>
        </p:nvSpPr>
        <p:spPr>
          <a:xfrm>
            <a:off x="1130160" y="4011916"/>
            <a:ext cx="359595" cy="38014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4740930A-492F-6455-5628-DA2BDC83C51C}"/>
              </a:ext>
            </a:extLst>
          </p:cNvPr>
          <p:cNvSpPr txBox="1"/>
          <p:nvPr/>
        </p:nvSpPr>
        <p:spPr>
          <a:xfrm>
            <a:off x="3629341" y="4209147"/>
            <a:ext cx="4280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 err="1"/>
              <a:t>Nivio</a:t>
            </a:r>
            <a:r>
              <a:rPr kumimoji="1" lang="en-US" altLang="ja-JP"/>
              <a:t>-S Customer K </a:t>
            </a:r>
            <a:r>
              <a:rPr kumimoji="1" lang="en-US" altLang="ja-JP" dirty="0"/>
              <a:t>MAGS-M15V-AB00P</a:t>
            </a:r>
            <a:endParaRPr kumimoji="1" lang="ja-JP" altLang="en-US" dirty="0" err="1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6DF7784C-E23A-E4C3-7511-BA73A94082D3}"/>
              </a:ext>
            </a:extLst>
          </p:cNvPr>
          <p:cNvSpPr/>
          <p:nvPr/>
        </p:nvSpPr>
        <p:spPr>
          <a:xfrm>
            <a:off x="1476909" y="4388407"/>
            <a:ext cx="359595" cy="38014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517A6024-8D40-0760-E2F3-3A2C9D9DFFE3}"/>
              </a:ext>
            </a:extLst>
          </p:cNvPr>
          <p:cNvSpPr/>
          <p:nvPr/>
        </p:nvSpPr>
        <p:spPr>
          <a:xfrm>
            <a:off x="1844211" y="4019075"/>
            <a:ext cx="359595" cy="38014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2136A103-70B6-B7D2-6F09-A1D8614B6E89}"/>
              </a:ext>
            </a:extLst>
          </p:cNvPr>
          <p:cNvSpPr/>
          <p:nvPr/>
        </p:nvSpPr>
        <p:spPr>
          <a:xfrm>
            <a:off x="2190960" y="4388407"/>
            <a:ext cx="359595" cy="38014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55C6B133-06B7-EC36-9C9B-288DDFAB6A80}"/>
              </a:ext>
            </a:extLst>
          </p:cNvPr>
          <p:cNvSpPr/>
          <p:nvPr/>
        </p:nvSpPr>
        <p:spPr>
          <a:xfrm>
            <a:off x="2527438" y="4008263"/>
            <a:ext cx="359595" cy="38014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CE278199-9FC6-1C06-3C84-C03AED11CA01}"/>
              </a:ext>
            </a:extLst>
          </p:cNvPr>
          <p:cNvSpPr/>
          <p:nvPr/>
        </p:nvSpPr>
        <p:spPr>
          <a:xfrm>
            <a:off x="2874187" y="4004683"/>
            <a:ext cx="359595" cy="380144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D55411D0-3BE2-26FA-D8FB-16EA4D59DB05}"/>
              </a:ext>
            </a:extLst>
          </p:cNvPr>
          <p:cNvSpPr/>
          <p:nvPr/>
        </p:nvSpPr>
        <p:spPr>
          <a:xfrm>
            <a:off x="1844211" y="2722112"/>
            <a:ext cx="359595" cy="380144"/>
          </a:xfrm>
          <a:prstGeom prst="rect">
            <a:avLst/>
          </a:prstGeom>
          <a:solidFill>
            <a:srgbClr val="1132FF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r>
              <a:rPr kumimoji="1" lang="en-US" altLang="ja-JP" dirty="0">
                <a:solidFill>
                  <a:schemeClr val="bg1"/>
                </a:solidFill>
              </a:rPr>
              <a:t>0</a:t>
            </a:r>
            <a:endParaRPr kumimoji="1" lang="ja-JP" altLang="en-US" dirty="0" err="1">
              <a:solidFill>
                <a:schemeClr val="bg1"/>
              </a:solidFill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F3D28A23-C80F-5DD5-37C6-239E126E634E}"/>
              </a:ext>
            </a:extLst>
          </p:cNvPr>
          <p:cNvSpPr/>
          <p:nvPr/>
        </p:nvSpPr>
        <p:spPr>
          <a:xfrm>
            <a:off x="2198668" y="2722112"/>
            <a:ext cx="359595" cy="380144"/>
          </a:xfrm>
          <a:prstGeom prst="rect">
            <a:avLst/>
          </a:prstGeom>
          <a:solidFill>
            <a:srgbClr val="1132FF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r>
              <a:rPr kumimoji="1" lang="en-US" altLang="ja-JP" dirty="0">
                <a:solidFill>
                  <a:schemeClr val="bg1"/>
                </a:solidFill>
              </a:rPr>
              <a:t>0</a:t>
            </a:r>
            <a:endParaRPr kumimoji="1" lang="ja-JP" altLang="en-US" dirty="0" err="1">
              <a:solidFill>
                <a:schemeClr val="bg1"/>
              </a:solidFill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56DF15A2-C42A-C215-2FEF-6DBCE4A70176}"/>
              </a:ext>
            </a:extLst>
          </p:cNvPr>
          <p:cNvSpPr/>
          <p:nvPr/>
        </p:nvSpPr>
        <p:spPr>
          <a:xfrm>
            <a:off x="2565971" y="3109489"/>
            <a:ext cx="359595" cy="380144"/>
          </a:xfrm>
          <a:prstGeom prst="rect">
            <a:avLst/>
          </a:prstGeom>
          <a:solidFill>
            <a:srgbClr val="1132FF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r>
              <a:rPr kumimoji="1" lang="en-US" altLang="ja-JP" dirty="0">
                <a:solidFill>
                  <a:schemeClr val="bg1"/>
                </a:solidFill>
              </a:rPr>
              <a:t>1</a:t>
            </a:r>
            <a:endParaRPr kumimoji="1" lang="ja-JP" altLang="en-US" dirty="0" err="1">
              <a:solidFill>
                <a:schemeClr val="bg1"/>
              </a:solidFill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F1C5D20C-D7B6-ACBA-4CBE-82849E9136CF}"/>
              </a:ext>
            </a:extLst>
          </p:cNvPr>
          <p:cNvSpPr/>
          <p:nvPr/>
        </p:nvSpPr>
        <p:spPr>
          <a:xfrm>
            <a:off x="2925566" y="2729346"/>
            <a:ext cx="359595" cy="380144"/>
          </a:xfrm>
          <a:prstGeom prst="rect">
            <a:avLst/>
          </a:prstGeom>
          <a:solidFill>
            <a:srgbClr val="1132FF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r>
              <a:rPr kumimoji="1" lang="en-US" altLang="ja-JP" dirty="0">
                <a:solidFill>
                  <a:schemeClr val="bg1"/>
                </a:solidFill>
              </a:rPr>
              <a:t>0</a:t>
            </a:r>
            <a:endParaRPr kumimoji="1" lang="ja-JP" altLang="en-US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430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440397A-9F9F-34B0-9699-2CB06C0BB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Procedure step to generate Travel card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350116-8A81-1C95-0D3C-5BE81BE6429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20472" y="6520055"/>
            <a:ext cx="6285185" cy="161649"/>
          </a:xfrm>
        </p:spPr>
        <p:txBody>
          <a:bodyPr/>
          <a:lstStyle/>
          <a:p>
            <a:r>
              <a:rPr lang="en-US" dirty="0"/>
              <a:t>©︎ TDK Corporation | Department | Document title | Date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D941FA5-6F73-6DB7-05F8-FFED19C200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0B7F74B-8306-DF83-73A1-105A57F85C01}"/>
              </a:ext>
            </a:extLst>
          </p:cNvPr>
          <p:cNvSpPr txBox="1"/>
          <p:nvPr/>
        </p:nvSpPr>
        <p:spPr>
          <a:xfrm>
            <a:off x="337011" y="1062152"/>
            <a:ext cx="3935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Step1: Japan side will send PO to </a:t>
            </a:r>
            <a:r>
              <a:rPr kumimoji="1" lang="en-US" altLang="ja-JP" dirty="0" err="1"/>
              <a:t>TPC</a:t>
            </a:r>
            <a:endParaRPr kumimoji="1" lang="ja-JP" altLang="en-US" dirty="0" err="1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838AF7D-5E6D-903E-C51D-1230BEFFB956}"/>
              </a:ext>
            </a:extLst>
          </p:cNvPr>
          <p:cNvSpPr txBox="1"/>
          <p:nvPr/>
        </p:nvSpPr>
        <p:spPr>
          <a:xfrm>
            <a:off x="309239" y="3197671"/>
            <a:ext cx="5171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Step2:</a:t>
            </a:r>
            <a:r>
              <a:rPr kumimoji="1" lang="en-US" altLang="ja-JP" b="1" dirty="0"/>
              <a:t>Happee</a:t>
            </a:r>
            <a:r>
              <a:rPr kumimoji="1" lang="en-US" altLang="ja-JP" dirty="0"/>
              <a:t> will Pass PO information to </a:t>
            </a:r>
            <a:r>
              <a:rPr kumimoji="1" lang="en-US" altLang="ja-JP" b="1" dirty="0"/>
              <a:t>Malen</a:t>
            </a:r>
            <a:endParaRPr kumimoji="1" lang="ja-JP" altLang="en-US" b="1" dirty="0" err="1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73EDF04-8D8A-D676-909C-CA7AE2B6D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258" y="1517170"/>
            <a:ext cx="3137531" cy="1388843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C84F783-FD08-3787-0DFF-2F90411B4871}"/>
              </a:ext>
            </a:extLst>
          </p:cNvPr>
          <p:cNvSpPr txBox="1"/>
          <p:nvPr/>
        </p:nvSpPr>
        <p:spPr>
          <a:xfrm>
            <a:off x="286229" y="3974850"/>
            <a:ext cx="6813213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Step3-1: </a:t>
            </a:r>
            <a:r>
              <a:rPr kumimoji="1" lang="en-US" altLang="ja-JP" b="1" dirty="0"/>
              <a:t>Malen</a:t>
            </a:r>
            <a:r>
              <a:rPr kumimoji="1" lang="en-US" altLang="ja-JP" dirty="0"/>
              <a:t> will check the PO and Malen make </a:t>
            </a:r>
            <a:r>
              <a:rPr kumimoji="1" lang="en-US" altLang="ja-JP" u="sng" dirty="0"/>
              <a:t>Request sheet</a:t>
            </a:r>
            <a:r>
              <a:rPr kumimoji="1" lang="en-US" altLang="ja-JP" dirty="0"/>
              <a:t>. Put name in “Checker”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Step3-2: </a:t>
            </a:r>
            <a:r>
              <a:rPr kumimoji="1" lang="en-US" altLang="ja-JP" b="1" dirty="0"/>
              <a:t>Malen</a:t>
            </a:r>
            <a:r>
              <a:rPr kumimoji="1" lang="en-US" altLang="ja-JP" dirty="0"/>
              <a:t> pass sheet to </a:t>
            </a:r>
            <a:r>
              <a:rPr kumimoji="1" lang="en-US" altLang="ja-JP" b="1" dirty="0"/>
              <a:t>Happee</a:t>
            </a:r>
            <a:r>
              <a:rPr kumimoji="1" lang="en-US" altLang="ja-JP" dirty="0"/>
              <a:t> and Happee will check the list. If ok approve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Step3-3: </a:t>
            </a:r>
            <a:r>
              <a:rPr kumimoji="1" lang="en-US" altLang="ja-JP" b="1" dirty="0"/>
              <a:t>Happee</a:t>
            </a:r>
            <a:r>
              <a:rPr kumimoji="1" lang="en-US" altLang="ja-JP" dirty="0"/>
              <a:t> will pass Request sheet to </a:t>
            </a:r>
            <a:r>
              <a:rPr kumimoji="1" lang="en-US" altLang="ja-JP" b="1" dirty="0" err="1"/>
              <a:t>Shee</a:t>
            </a:r>
            <a:endParaRPr kumimoji="1" lang="en-US" altLang="ja-JP" b="1" dirty="0"/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0D54E9D1-FA19-25BB-F946-BBDECF3A8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7882" y="2751146"/>
            <a:ext cx="4788146" cy="3143412"/>
          </a:xfrm>
          <a:prstGeom prst="rect">
            <a:avLst/>
          </a:prstGeom>
        </p:spPr>
      </p:pic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73572934-2BF5-9BE5-EF34-B2B8D501C643}"/>
              </a:ext>
            </a:extLst>
          </p:cNvPr>
          <p:cNvCxnSpPr>
            <a:cxnSpLocks/>
          </p:cNvCxnSpPr>
          <p:nvPr/>
        </p:nvCxnSpPr>
        <p:spPr>
          <a:xfrm flipV="1">
            <a:off x="6315140" y="2906013"/>
            <a:ext cx="1123350" cy="10688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321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9E73B-259C-CEFA-3971-961E2E1F2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772759B-3890-C66C-861D-83108012C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Procedure step to generate Travel card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18B9DFB-CF9F-D36F-7ADC-54A57ECD2E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EC813DA-C4F6-E492-074E-69088BDB42A6}"/>
              </a:ext>
            </a:extLst>
          </p:cNvPr>
          <p:cNvSpPr txBox="1"/>
          <p:nvPr/>
        </p:nvSpPr>
        <p:spPr>
          <a:xfrm>
            <a:off x="587374" y="1062152"/>
            <a:ext cx="1092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Step4: </a:t>
            </a:r>
            <a:r>
              <a:rPr kumimoji="1" lang="en-US" altLang="ja-JP" b="1" dirty="0" err="1"/>
              <a:t>Shee</a:t>
            </a:r>
            <a:r>
              <a:rPr kumimoji="1" lang="en-US" altLang="ja-JP" dirty="0"/>
              <a:t> will compare the material # by barcode scan and print the </a:t>
            </a:r>
            <a:r>
              <a:rPr kumimoji="1" lang="en-US" altLang="ja-JP" u="sng" dirty="0"/>
              <a:t>Assembly list</a:t>
            </a:r>
            <a:r>
              <a:rPr kumimoji="1" lang="en-US" altLang="ja-JP" dirty="0"/>
              <a:t> send to </a:t>
            </a:r>
            <a:r>
              <a:rPr kumimoji="1" lang="en-US" altLang="ja-JP" b="1" dirty="0"/>
              <a:t>Malen (Data)</a:t>
            </a:r>
            <a:endParaRPr kumimoji="1" lang="ja-JP" altLang="en-US" b="1" dirty="0" err="1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219CA35-A565-D3EE-5032-A4C0A282ACC0}"/>
              </a:ext>
            </a:extLst>
          </p:cNvPr>
          <p:cNvSpPr txBox="1"/>
          <p:nvPr/>
        </p:nvSpPr>
        <p:spPr>
          <a:xfrm>
            <a:off x="422139" y="4209903"/>
            <a:ext cx="9999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Step5 : </a:t>
            </a:r>
            <a:r>
              <a:rPr kumimoji="1" lang="en-US" altLang="ja-JP" b="1" dirty="0"/>
              <a:t>Malen</a:t>
            </a:r>
            <a:r>
              <a:rPr kumimoji="1" lang="en-US" altLang="ja-JP" dirty="0"/>
              <a:t> will compare Request sheet and Assembly List. (</a:t>
            </a:r>
            <a:r>
              <a:rPr kumimoji="1" lang="en-US" altLang="ja-JP" b="1" dirty="0"/>
              <a:t>Malen will check Only model no</a:t>
            </a:r>
            <a:r>
              <a:rPr kumimoji="1" lang="en-US" altLang="ja-JP" dirty="0"/>
              <a:t>)</a:t>
            </a:r>
            <a:endParaRPr kumimoji="1" lang="ja-JP" altLang="en-US" dirty="0" err="1">
              <a:solidFill>
                <a:srgbClr val="FF0000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E0191AB-2B1A-1BBC-7B5A-3E3697512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561" y="1528571"/>
            <a:ext cx="3948866" cy="2592426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D6F1E0DA-D171-294E-83E7-458137607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066" y="1530992"/>
            <a:ext cx="5320896" cy="2597850"/>
          </a:xfrm>
          <a:prstGeom prst="rect">
            <a:avLst/>
          </a:prstGeom>
        </p:spPr>
      </p:pic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0D1D63B1-0353-3762-06F5-D4D78C509539}"/>
              </a:ext>
            </a:extLst>
          </p:cNvPr>
          <p:cNvCxnSpPr>
            <a:cxnSpLocks/>
          </p:cNvCxnSpPr>
          <p:nvPr/>
        </p:nvCxnSpPr>
        <p:spPr>
          <a:xfrm flipH="1">
            <a:off x="6318607" y="1424846"/>
            <a:ext cx="2332233" cy="2190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図 22">
            <a:extLst>
              <a:ext uri="{FF2B5EF4-FFF2-40B4-BE49-F238E27FC236}">
                <a16:creationId xmlns:a16="http://schemas.microsoft.com/office/drawing/2014/main" id="{027102E8-F82C-BEC2-C67C-FCAF7D127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065" y="4578427"/>
            <a:ext cx="4769899" cy="2328834"/>
          </a:xfrm>
          <a:prstGeom prst="rect">
            <a:avLst/>
          </a:prstGeom>
        </p:spPr>
      </p:pic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9F19E474-38D8-722D-FE89-0EDE64A0C87F}"/>
              </a:ext>
            </a:extLst>
          </p:cNvPr>
          <p:cNvCxnSpPr>
            <a:cxnSpLocks/>
          </p:cNvCxnSpPr>
          <p:nvPr/>
        </p:nvCxnSpPr>
        <p:spPr>
          <a:xfrm flipH="1" flipV="1">
            <a:off x="2679843" y="2824784"/>
            <a:ext cx="3961166" cy="250464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CFBBF8FB-E27D-ED99-65CD-975F84B94369}"/>
              </a:ext>
            </a:extLst>
          </p:cNvPr>
          <p:cNvSpPr txBox="1"/>
          <p:nvPr/>
        </p:nvSpPr>
        <p:spPr>
          <a:xfrm>
            <a:off x="3422800" y="4752550"/>
            <a:ext cx="1999265" cy="761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>
                <a:solidFill>
                  <a:srgbClr val="FF0000"/>
                </a:solidFill>
              </a:rPr>
              <a:t>Compare if match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>
                <a:solidFill>
                  <a:srgbClr val="FF0000"/>
                </a:solidFill>
              </a:rPr>
              <a:t>Bar code scan</a:t>
            </a:r>
            <a:endParaRPr kumimoji="1" lang="ja-JP" altLang="en-US" dirty="0" err="1">
              <a:solidFill>
                <a:srgbClr val="FF0000"/>
              </a:solidFill>
            </a:endParaRP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D9467F78-F5B1-C55C-B19B-5CB450E5BC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6879" y="1770932"/>
            <a:ext cx="725031" cy="323325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E0260F73-6732-3BB2-2133-2F9FCE244F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6879" y="4752550"/>
            <a:ext cx="725031" cy="32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845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12C9E-C666-9B5F-B9BC-E11675F80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C7AFAB6-960A-26EA-4AA4-7B20C627F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Procedure step to generate Travel card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60C26F-17D7-AB47-1674-976C6E5B74A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3353" y="6629330"/>
            <a:ext cx="6285185" cy="161649"/>
          </a:xfrm>
        </p:spPr>
        <p:txBody>
          <a:bodyPr/>
          <a:lstStyle/>
          <a:p>
            <a:r>
              <a:rPr lang="en-US" dirty="0"/>
              <a:t>©︎ TDK Corporation | Department | Document title | 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88918-19DC-9EAB-307A-BF9F37FC2F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240569" y="6629330"/>
            <a:ext cx="398965" cy="161649"/>
          </a:xfrm>
        </p:spPr>
        <p:txBody>
          <a:bodyPr/>
          <a:lstStyle/>
          <a:p>
            <a:fld id="{91DAB662-2DEF-4FCA-85D7-1FA44B0FCDE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D93702A-AE17-9A16-B525-BE2BC9B2BE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385466E-86C2-7E4F-0137-38A357BFB29B}"/>
              </a:ext>
            </a:extLst>
          </p:cNvPr>
          <p:cNvSpPr txBox="1"/>
          <p:nvPr/>
        </p:nvSpPr>
        <p:spPr>
          <a:xfrm>
            <a:off x="587374" y="1065016"/>
            <a:ext cx="4576894" cy="7617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Step6: If OK </a:t>
            </a:r>
            <a:r>
              <a:rPr kumimoji="1" lang="en-US" altLang="ja-JP" b="1" dirty="0"/>
              <a:t>Malen </a:t>
            </a:r>
            <a:r>
              <a:rPr kumimoji="1" lang="en-US" altLang="ja-JP" dirty="0"/>
              <a:t>will print Travel Card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And write name in checker, pass to Happee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4B1E97A-6E9F-0C0E-CBAB-6B93BDBC2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114" y="1230796"/>
            <a:ext cx="4437434" cy="3130109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4F11540-0D67-4B73-C835-66110FCEA113}"/>
              </a:ext>
            </a:extLst>
          </p:cNvPr>
          <p:cNvSpPr/>
          <p:nvPr/>
        </p:nvSpPr>
        <p:spPr>
          <a:xfrm>
            <a:off x="6131804" y="950581"/>
            <a:ext cx="668266" cy="28021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EF0FACB-1528-FA66-DCE2-869528A3C1B3}"/>
              </a:ext>
            </a:extLst>
          </p:cNvPr>
          <p:cNvSpPr/>
          <p:nvPr/>
        </p:nvSpPr>
        <p:spPr>
          <a:xfrm>
            <a:off x="7075434" y="950581"/>
            <a:ext cx="668266" cy="28021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1A32A95-7178-226B-8636-D3F4F953CED4}"/>
              </a:ext>
            </a:extLst>
          </p:cNvPr>
          <p:cNvSpPr txBox="1"/>
          <p:nvPr/>
        </p:nvSpPr>
        <p:spPr>
          <a:xfrm>
            <a:off x="6009113" y="651649"/>
            <a:ext cx="82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sz="1400" u="sng" dirty="0"/>
              <a:t>Checker</a:t>
            </a:r>
            <a:endParaRPr kumimoji="1" lang="ja-JP" altLang="en-US" sz="1400" dirty="0" err="1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DED0552-FF4B-00DA-8489-EE1EDDDAFF8C}"/>
              </a:ext>
            </a:extLst>
          </p:cNvPr>
          <p:cNvSpPr txBox="1"/>
          <p:nvPr/>
        </p:nvSpPr>
        <p:spPr>
          <a:xfrm>
            <a:off x="6952863" y="625911"/>
            <a:ext cx="923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sz="1400" u="sng" dirty="0"/>
              <a:t>Approver</a:t>
            </a:r>
            <a:endParaRPr kumimoji="1" lang="ja-JP" altLang="en-US" sz="1400" dirty="0" err="1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91EA4FA-872B-957A-08ED-4DB7BB2E20F8}"/>
              </a:ext>
            </a:extLst>
          </p:cNvPr>
          <p:cNvSpPr txBox="1"/>
          <p:nvPr/>
        </p:nvSpPr>
        <p:spPr>
          <a:xfrm>
            <a:off x="587374" y="1997167"/>
            <a:ext cx="4618572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Step7-1: </a:t>
            </a:r>
            <a:r>
              <a:rPr kumimoji="1" lang="en-US" altLang="ja-JP" b="1" dirty="0"/>
              <a:t>Happee</a:t>
            </a:r>
            <a:r>
              <a:rPr kumimoji="1" lang="en-US" altLang="ja-JP" dirty="0"/>
              <a:t> will receive Travel card and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Assembly list. </a:t>
            </a:r>
            <a:r>
              <a:rPr kumimoji="1" lang="en-US" altLang="ja-JP" b="1" dirty="0"/>
              <a:t>Will Check qty </a:t>
            </a:r>
            <a:r>
              <a:rPr kumimoji="1" lang="en-US" altLang="ja-JP" dirty="0"/>
              <a:t>is correct.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If OK approve in approver</a:t>
            </a:r>
            <a:endParaRPr kumimoji="1" lang="ja-JP" altLang="en-US" dirty="0" err="1"/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1726B386-27DA-0B4B-57E2-40E859392F0B}"/>
              </a:ext>
            </a:extLst>
          </p:cNvPr>
          <p:cNvCxnSpPr>
            <a:cxnSpLocks/>
          </p:cNvCxnSpPr>
          <p:nvPr/>
        </p:nvCxnSpPr>
        <p:spPr>
          <a:xfrm flipV="1">
            <a:off x="4851038" y="1090688"/>
            <a:ext cx="1568604" cy="1656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36B9234D-3EED-CDC4-89A9-B60638D52095}"/>
              </a:ext>
            </a:extLst>
          </p:cNvPr>
          <p:cNvCxnSpPr>
            <a:cxnSpLocks/>
            <a:stCxn id="23" idx="3"/>
            <a:endCxn id="12" idx="2"/>
          </p:cNvCxnSpPr>
          <p:nvPr/>
        </p:nvCxnSpPr>
        <p:spPr>
          <a:xfrm flipV="1">
            <a:off x="5205946" y="1230796"/>
            <a:ext cx="2203621" cy="13434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10C7092B-39D7-F696-2AD6-CE42050ACB29}"/>
              </a:ext>
            </a:extLst>
          </p:cNvPr>
          <p:cNvSpPr txBox="1"/>
          <p:nvPr/>
        </p:nvSpPr>
        <p:spPr>
          <a:xfrm>
            <a:off x="561915" y="4739740"/>
            <a:ext cx="4437433" cy="1315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Step8: </a:t>
            </a:r>
            <a:r>
              <a:rPr kumimoji="1" lang="en-US" altLang="ja-JP" b="1" dirty="0"/>
              <a:t>Happee</a:t>
            </a:r>
            <a:r>
              <a:rPr kumimoji="1" lang="en-US" altLang="ja-JP" dirty="0"/>
              <a:t> will pass Assembly list back to “</a:t>
            </a:r>
            <a:r>
              <a:rPr kumimoji="1" lang="en-US" altLang="ja-JP" dirty="0" err="1"/>
              <a:t>Shee</a:t>
            </a:r>
            <a:r>
              <a:rPr kumimoji="1" lang="en-US" altLang="ja-JP" dirty="0"/>
              <a:t>” to proceed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“</a:t>
            </a:r>
            <a:r>
              <a:rPr kumimoji="1" lang="en-US" altLang="ja-JP" dirty="0" err="1"/>
              <a:t>Shee</a:t>
            </a:r>
            <a:r>
              <a:rPr kumimoji="1" lang="en-US" altLang="ja-JP" dirty="0"/>
              <a:t>” will receive Travel card and Assembly List (approved sign of Boss)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5C6535EB-4FC4-5DAF-78FB-6DF7C5EF45F1}"/>
              </a:ext>
            </a:extLst>
          </p:cNvPr>
          <p:cNvSpPr txBox="1"/>
          <p:nvPr/>
        </p:nvSpPr>
        <p:spPr>
          <a:xfrm>
            <a:off x="6184822" y="4370408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Assembly List</a:t>
            </a:r>
            <a:endParaRPr kumimoji="1" lang="ja-JP" altLang="en-US" dirty="0" err="1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0A2597D-837F-B7E0-BFE7-4C0DD2F8CD02}"/>
              </a:ext>
            </a:extLst>
          </p:cNvPr>
          <p:cNvSpPr/>
          <p:nvPr/>
        </p:nvSpPr>
        <p:spPr>
          <a:xfrm>
            <a:off x="8143530" y="939840"/>
            <a:ext cx="668266" cy="28021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3E582EF-5550-4E4D-D8EC-28712F735BB2}"/>
              </a:ext>
            </a:extLst>
          </p:cNvPr>
          <p:cNvSpPr txBox="1"/>
          <p:nvPr/>
        </p:nvSpPr>
        <p:spPr>
          <a:xfrm>
            <a:off x="8143530" y="614653"/>
            <a:ext cx="5469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sz="1400" u="sng" dirty="0"/>
              <a:t>Boss</a:t>
            </a:r>
            <a:endParaRPr kumimoji="1" lang="ja-JP" altLang="en-US" sz="1400" u="sng" dirty="0" err="1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452E031-630C-3F72-510D-5A81174A448C}"/>
              </a:ext>
            </a:extLst>
          </p:cNvPr>
          <p:cNvSpPr txBox="1"/>
          <p:nvPr/>
        </p:nvSpPr>
        <p:spPr>
          <a:xfrm>
            <a:off x="587374" y="3472328"/>
            <a:ext cx="5182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Step7-2: </a:t>
            </a:r>
            <a:r>
              <a:rPr kumimoji="1" lang="en-US" altLang="ja-JP" b="1" dirty="0"/>
              <a:t>Harakawa </a:t>
            </a:r>
            <a:r>
              <a:rPr kumimoji="1" lang="en-US" altLang="ja-JP" b="1" dirty="0" err="1"/>
              <a:t>san</a:t>
            </a:r>
            <a:r>
              <a:rPr kumimoji="1" lang="en-US" altLang="ja-JP" b="1" dirty="0"/>
              <a:t> </a:t>
            </a:r>
            <a:r>
              <a:rPr kumimoji="1" lang="en-US" altLang="ja-JP" dirty="0"/>
              <a:t>will check OK to proceed</a:t>
            </a:r>
            <a:endParaRPr kumimoji="1" lang="ja-JP" altLang="en-US" dirty="0" err="1"/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EA9C22A0-816F-DD9A-5257-1E3109865B6C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5707686" y="1220055"/>
            <a:ext cx="2769977" cy="24369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図 26">
            <a:extLst>
              <a:ext uri="{FF2B5EF4-FFF2-40B4-BE49-F238E27FC236}">
                <a16:creationId xmlns:a16="http://schemas.microsoft.com/office/drawing/2014/main" id="{1EFA801F-08D6-6902-51B1-B4F62D95B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9475" y="4374584"/>
            <a:ext cx="4190716" cy="2046056"/>
          </a:xfrm>
          <a:prstGeom prst="rect">
            <a:avLst/>
          </a:prstGeom>
        </p:spPr>
      </p:pic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384D0191-D4F9-03B2-60C7-2CEE6B522F35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5770203" y="3656994"/>
            <a:ext cx="1581603" cy="22611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" name="図 67">
            <a:extLst>
              <a:ext uri="{FF2B5EF4-FFF2-40B4-BE49-F238E27FC236}">
                <a16:creationId xmlns:a16="http://schemas.microsoft.com/office/drawing/2014/main" id="{0A54B14F-863C-F80F-6C7F-BEA01A890B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0960"/>
          <a:stretch>
            <a:fillRect/>
          </a:stretch>
        </p:blipFill>
        <p:spPr>
          <a:xfrm>
            <a:off x="9115463" y="5886416"/>
            <a:ext cx="883044" cy="387329"/>
          </a:xfrm>
          <a:prstGeom prst="rect">
            <a:avLst/>
          </a:prstGeom>
        </p:spPr>
      </p:pic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46A42434-AD51-FC1C-FBE7-C55A7D168C67}"/>
              </a:ext>
            </a:extLst>
          </p:cNvPr>
          <p:cNvSpPr txBox="1"/>
          <p:nvPr/>
        </p:nvSpPr>
        <p:spPr>
          <a:xfrm>
            <a:off x="9491321" y="4241691"/>
            <a:ext cx="17684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sz="1100" dirty="0"/>
              <a:t>Attach Lot# of travel card</a:t>
            </a:r>
            <a:endParaRPr kumimoji="1" lang="ja-JP" altLang="en-US" sz="1100" dirty="0" err="1"/>
          </a:p>
        </p:txBody>
      </p: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68D6B65A-CC4F-A4FE-A25D-3B1337EE1DF9}"/>
              </a:ext>
            </a:extLst>
          </p:cNvPr>
          <p:cNvCxnSpPr>
            <a:cxnSpLocks/>
            <a:endCxn id="68" idx="0"/>
          </p:cNvCxnSpPr>
          <p:nvPr/>
        </p:nvCxnSpPr>
        <p:spPr>
          <a:xfrm>
            <a:off x="9550824" y="4102962"/>
            <a:ext cx="6161" cy="17834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図 34">
            <a:extLst>
              <a:ext uri="{FF2B5EF4-FFF2-40B4-BE49-F238E27FC236}">
                <a16:creationId xmlns:a16="http://schemas.microsoft.com/office/drawing/2014/main" id="{CE6DCBEA-4CA5-7E4C-1487-53C30D087D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4873" y="4520760"/>
            <a:ext cx="725031" cy="32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424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A18C95-1E49-64D3-3E84-0F9EFCEC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ja-JP" dirty="0"/>
              <a:t>Procedure step to generate Travel card 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0E1CEB9-944F-B582-E9D6-B7868E5E5C5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E48960B-3AB7-91EF-7D46-E4D67460202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7B618874-33B6-81AE-20F2-B4CAD8EABA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033E124F-B0BE-EF91-1499-349EF4152D3F}"/>
              </a:ext>
            </a:extLst>
          </p:cNvPr>
          <p:cNvSpPr/>
          <p:nvPr/>
        </p:nvSpPr>
        <p:spPr>
          <a:xfrm>
            <a:off x="5386071" y="1798544"/>
            <a:ext cx="2246874" cy="837712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290C49B-5E25-F5C5-0BBE-8461EBB07740}"/>
              </a:ext>
            </a:extLst>
          </p:cNvPr>
          <p:cNvSpPr txBox="1"/>
          <p:nvPr/>
        </p:nvSpPr>
        <p:spPr>
          <a:xfrm>
            <a:off x="5713460" y="1337562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Material tray</a:t>
            </a:r>
            <a:endParaRPr kumimoji="1" lang="ja-JP" altLang="en-US" dirty="0" err="1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F796CDE-7492-0BAB-CBA5-C39B60AA1E2D}"/>
              </a:ext>
            </a:extLst>
          </p:cNvPr>
          <p:cNvSpPr txBox="1"/>
          <p:nvPr/>
        </p:nvSpPr>
        <p:spPr>
          <a:xfrm>
            <a:off x="5578290" y="2032734"/>
            <a:ext cx="1910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800" dirty="0"/>
              <a:t>M1SPMP264-00</a:t>
            </a:r>
            <a:endParaRPr lang="ja-JP" altLang="en-US" dirty="0"/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65C13F6E-3658-AB46-F5BE-B727BF24D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5657" y="1668220"/>
            <a:ext cx="3448967" cy="2432857"/>
          </a:xfrm>
          <a:prstGeom prst="rect">
            <a:avLst/>
          </a:prstGeom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05BE735-B8EB-3B4E-D366-09A5F4EE6F7D}"/>
              </a:ext>
            </a:extLst>
          </p:cNvPr>
          <p:cNvSpPr txBox="1"/>
          <p:nvPr/>
        </p:nvSpPr>
        <p:spPr>
          <a:xfrm>
            <a:off x="8155657" y="1272853"/>
            <a:ext cx="1308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Travel Card</a:t>
            </a:r>
            <a:endParaRPr kumimoji="1" lang="ja-JP" altLang="en-US" dirty="0" err="1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FC5EC92-EF93-987C-5FBA-A3A0EF23483E}"/>
              </a:ext>
            </a:extLst>
          </p:cNvPr>
          <p:cNvSpPr txBox="1"/>
          <p:nvPr/>
        </p:nvSpPr>
        <p:spPr>
          <a:xfrm>
            <a:off x="587374" y="1894234"/>
            <a:ext cx="4437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Step8: “</a:t>
            </a:r>
            <a:r>
              <a:rPr kumimoji="1" lang="en-US" altLang="ja-JP" b="1" dirty="0" err="1"/>
              <a:t>Shee</a:t>
            </a:r>
            <a:r>
              <a:rPr kumimoji="1" lang="en-US" altLang="ja-JP" dirty="0"/>
              <a:t>” will Pass the materials to each process station of assembly 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0C8CF70-B492-29D3-59F6-9945666A1434}"/>
              </a:ext>
            </a:extLst>
          </p:cNvPr>
          <p:cNvSpPr txBox="1"/>
          <p:nvPr/>
        </p:nvSpPr>
        <p:spPr>
          <a:xfrm>
            <a:off x="483041" y="3986605"/>
            <a:ext cx="4437433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Step9: operator will receive Travel card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Assembly list and materials.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For </a:t>
            </a:r>
            <a:r>
              <a:rPr kumimoji="1" lang="en-US" altLang="ja-JP" dirty="0" err="1"/>
              <a:t>LTS</a:t>
            </a:r>
            <a:r>
              <a:rPr kumimoji="1" lang="en-US" altLang="ja-JP" dirty="0"/>
              <a:t> entry bar code scan Travel Card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Lot# and Assembly bat#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B2981A1B-7CE5-1F25-EB66-55BB3399A1F7}"/>
              </a:ext>
            </a:extLst>
          </p:cNvPr>
          <p:cNvSpPr/>
          <p:nvPr/>
        </p:nvSpPr>
        <p:spPr>
          <a:xfrm>
            <a:off x="5024807" y="1174282"/>
            <a:ext cx="6929770" cy="5159141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900"/>
              </a:spcBef>
            </a:pPr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C5DECE85-5038-7FD2-0BE3-0A123142E87A}"/>
              </a:ext>
            </a:extLst>
          </p:cNvPr>
          <p:cNvSpPr txBox="1"/>
          <p:nvPr/>
        </p:nvSpPr>
        <p:spPr>
          <a:xfrm>
            <a:off x="9116941" y="791933"/>
            <a:ext cx="2837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Pass to assembly operator</a:t>
            </a:r>
            <a:endParaRPr kumimoji="1" lang="ja-JP" altLang="en-US" dirty="0" err="1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1F34A2C-9626-469D-F5AD-A5D88BB6C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388" y="4138247"/>
            <a:ext cx="4282255" cy="209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758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CCC0F0-1A30-38CC-5708-D8A93F7A3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altLang="ja-JP" dirty="0"/>
              <a:t>Procedure step to generate Travel card </a:t>
            </a:r>
            <a:endParaRPr kumimoji="1" lang="ja-JP" alt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79E883A-9042-0E49-9C64-5BFDF4E62D8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751070-7D5C-45CA-7174-7992864150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1DAB662-2DEF-4FCA-85D7-1FA44B0FCDE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425329C4-216E-833F-E2FC-753D511574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7FA227-CCFA-26E5-D20A-C6BA1A0EC8EB}"/>
              </a:ext>
            </a:extLst>
          </p:cNvPr>
          <p:cNvSpPr txBox="1"/>
          <p:nvPr/>
        </p:nvSpPr>
        <p:spPr>
          <a:xfrm>
            <a:off x="698798" y="1479711"/>
            <a:ext cx="80856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900"/>
              </a:spcBef>
            </a:pPr>
            <a:r>
              <a:rPr kumimoji="1" lang="en-US" altLang="ja-JP" dirty="0"/>
              <a:t>Step9: After packaging is done. Put bellow item in 1 file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	</a:t>
            </a:r>
            <a:r>
              <a:rPr kumimoji="1" lang="ja-JP" altLang="en-US" dirty="0"/>
              <a:t>・</a:t>
            </a:r>
            <a:r>
              <a:rPr kumimoji="1" lang="en-US" altLang="ja-JP" dirty="0"/>
              <a:t>Travel Card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	</a:t>
            </a:r>
            <a:r>
              <a:rPr kumimoji="1" lang="ja-JP" altLang="en-US" dirty="0"/>
              <a:t>・</a:t>
            </a:r>
            <a:r>
              <a:rPr kumimoji="1" lang="en-US" altLang="ja-JP" dirty="0"/>
              <a:t>Invoice and Shipment paper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	</a:t>
            </a:r>
            <a:r>
              <a:rPr kumimoji="1" lang="ja-JP" altLang="en-US" dirty="0"/>
              <a:t>・</a:t>
            </a:r>
            <a:r>
              <a:rPr kumimoji="1" lang="en-US" altLang="ja-JP" dirty="0"/>
              <a:t>Assembly list</a:t>
            </a:r>
          </a:p>
          <a:p>
            <a:pPr algn="l">
              <a:spcBef>
                <a:spcPts val="900"/>
              </a:spcBef>
            </a:pPr>
            <a:r>
              <a:rPr kumimoji="1" lang="en-US" altLang="ja-JP" dirty="0"/>
              <a:t>	</a:t>
            </a:r>
            <a:r>
              <a:rPr kumimoji="1" lang="ja-JP" altLang="en-US" dirty="0"/>
              <a:t>・</a:t>
            </a:r>
            <a:r>
              <a:rPr kumimoji="1" lang="en-US" altLang="ja-JP" dirty="0"/>
              <a:t>Request Sheet</a:t>
            </a:r>
          </a:p>
        </p:txBody>
      </p:sp>
    </p:spTree>
    <p:extLst>
      <p:ext uri="{BB962C8B-B14F-4D97-AF65-F5344CB8AC3E}">
        <p14:creationId xmlns:p14="http://schemas.microsoft.com/office/powerpoint/2010/main" val="3437012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D2143B2-FE2C-F7CA-44BE-1428A761E2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920474" y="6984000"/>
            <a:ext cx="6285185" cy="161649"/>
          </a:xfrm>
        </p:spPr>
        <p:txBody>
          <a:bodyPr/>
          <a:lstStyle/>
          <a:p>
            <a:r>
              <a:rPr lang="en-US"/>
              <a:t>©︎ TDK Corporation | Department | Document title | Date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3397E1-8722-4B1A-F547-552E69E060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5659" y="6984000"/>
            <a:ext cx="398965" cy="161649"/>
          </a:xfrm>
        </p:spPr>
        <p:txBody>
          <a:bodyPr/>
          <a:lstStyle/>
          <a:p>
            <a:fld id="{91DAB662-2DEF-4FCA-85D7-1FA44B0FCDE8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197678"/>
      </p:ext>
    </p:extLst>
  </p:cSld>
  <p:clrMapOvr>
    <a:masterClrMapping/>
  </p:clrMapOvr>
</p:sld>
</file>

<file path=ppt/theme/theme1.xml><?xml version="1.0" encoding="utf-8"?>
<a:theme xmlns:a="http://schemas.openxmlformats.org/drawingml/2006/main" name="L2 TDK Template 2.0.2">
  <a:themeElements>
    <a:clrScheme name="TDK">
      <a:dk1>
        <a:srgbClr val="000000"/>
      </a:dk1>
      <a:lt1>
        <a:srgbClr val="FFFFFF"/>
      </a:lt1>
      <a:dk2>
        <a:srgbClr val="838383"/>
      </a:dk2>
      <a:lt2>
        <a:srgbClr val="D7D8D6"/>
      </a:lt2>
      <a:accent1>
        <a:srgbClr val="0046AD"/>
      </a:accent1>
      <a:accent2>
        <a:srgbClr val="1132FF"/>
      </a:accent2>
      <a:accent3>
        <a:srgbClr val="2BA8FF"/>
      </a:accent3>
      <a:accent4>
        <a:srgbClr val="C97BF3"/>
      </a:accent4>
      <a:accent5>
        <a:srgbClr val="38D189"/>
      </a:accent5>
      <a:accent6>
        <a:srgbClr val="FF932A"/>
      </a:accent6>
      <a:hlink>
        <a:srgbClr val="0000FF"/>
      </a:hlink>
      <a:folHlink>
        <a:srgbClr val="800080"/>
      </a:folHlink>
    </a:clrScheme>
    <a:fontScheme name="TDK 260320">
      <a:majorFont>
        <a:latin typeface="Segoe UI Variable Text"/>
        <a:ea typeface="Meiryo UI"/>
        <a:cs typeface=""/>
      </a:majorFont>
      <a:minorFont>
        <a:latin typeface="Segoe UI Variable Text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accent2"/>
          </a:solidFill>
        </a:ln>
      </a:spPr>
      <a:bodyPr rtlCol="0" anchor="ctr"/>
      <a:lstStyle>
        <a:defPPr algn="ctr">
          <a:spcBef>
            <a:spcPts val="900"/>
          </a:spcBef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spcBef>
            <a:spcPts val="900"/>
          </a:spcBef>
          <a:defRPr dirty="0" err="1" smtClean="0"/>
        </a:defPPr>
      </a:lstStyle>
    </a:txDef>
  </a:objectDefaults>
  <a:extraClrSchemeLst/>
  <a:custClrLst>
    <a:custClr name="TDK Corporate Blue">
      <a:srgbClr val="0046AD"/>
    </a:custClr>
    <a:custClr>
      <a:srgbClr val="FFFFFF"/>
    </a:custClr>
    <a:custClr name="TDK Primary Blue">
      <a:srgbClr val="0087FF"/>
    </a:custClr>
    <a:custClr name="TDK Secondary Blue">
      <a:srgbClr val="2BA8FF"/>
    </a:custClr>
    <a:custClr name="TDK Secondary Blue 75%">
      <a:srgbClr val="62BEFF"/>
    </a:custClr>
    <a:custClr name="TDK Secondary Blue 50%">
      <a:srgbClr val="96D3FF"/>
    </a:custClr>
    <a:custClr name="TDK Secondary Blue 25%">
      <a:srgbClr val="CAE9FF"/>
    </a:custClr>
    <a:custClr name="TDK Secondary Blue 2">
      <a:srgbClr val="003191"/>
    </a:custClr>
    <a:custClr name="BLANK">
      <a:srgbClr val="FFFFFF"/>
    </a:custClr>
    <a:custClr name="BLANK">
      <a:srgbClr val="FFFFFF"/>
    </a:custClr>
    <a:custClr name="TDK Primary Vivid Blue">
      <a:srgbClr val="1132FF"/>
    </a:custClr>
    <a:custClr>
      <a:srgbClr val="FFFFFF"/>
    </a:custClr>
    <a:custClr name="TDK Primary Purple">
      <a:srgbClr val="C919F4"/>
    </a:custClr>
    <a:custClr name="TDK Secondary Purple">
      <a:srgbClr val="C97BF4"/>
    </a:custClr>
    <a:custClr name="TDK Secondary Purple 75%">
      <a:srgbClr val="D79BF7"/>
    </a:custClr>
    <a:custClr name="TDK Secondary Purple 50%">
      <a:srgbClr val="E4BCF9"/>
    </a:custClr>
    <a:custClr name="TDK Secondary Purple 25%">
      <a:srgbClr val="F1DEFC"/>
    </a:custClr>
    <a:custClr name="TDK Secondary Purple 2">
      <a:srgbClr val="6F0096"/>
    </a:custClr>
    <a:custClr name="BLANK">
      <a:srgbClr val="FFFFFF"/>
    </a:custClr>
    <a:custClr name="BLANK">
      <a:srgbClr val="FFFFFF"/>
    </a:custClr>
    <a:custClr name="TDK Corporate Black">
      <a:srgbClr val="000000"/>
    </a:custClr>
    <a:custClr>
      <a:srgbClr val="FFFFFF"/>
    </a:custClr>
    <a:custClr name="TDK Primary Green">
      <a:srgbClr val="26DE71"/>
    </a:custClr>
    <a:custClr name="TDK Secondary Green">
      <a:srgbClr val="38D189"/>
    </a:custClr>
    <a:custClr name="TDK Secondary Green 75%">
      <a:srgbClr val="68DDA7"/>
    </a:custClr>
    <a:custClr name="TDK Secondary Green 50%">
      <a:srgbClr val="9AE8C4"/>
    </a:custClr>
    <a:custClr name="TDK Secondary Green 25%">
      <a:srgbClr val="CDF3E1"/>
    </a:custClr>
    <a:custClr name="TDK Secondary Green 2">
      <a:srgbClr val="337A73"/>
    </a:custClr>
    <a:custClr name="BLANK">
      <a:srgbClr val="FFFFFF"/>
    </a:custClr>
    <a:custClr name="BLANK">
      <a:srgbClr val="FFFFFF"/>
    </a:custClr>
    <a:custClr name="TDK Corporate White">
      <a:srgbClr val="FFFFFF"/>
    </a:custClr>
    <a:custClr>
      <a:srgbClr val="FFFFFF"/>
    </a:custClr>
    <a:custClr>
      <a:srgbClr val="FFFFFF"/>
    </a:custClr>
    <a:custClr name="TDK Secondary Orange">
      <a:srgbClr val="FF932A"/>
    </a:custClr>
    <a:custClr name="TDK Secondary Orange 75%">
      <a:srgbClr val="FFAE5F"/>
    </a:custClr>
    <a:custClr name="TDK Secondary Orange 50%">
      <a:srgbClr val="FFC994"/>
    </a:custClr>
    <a:custClr name="TDK Secondary Orange 25%">
      <a:srgbClr val="FFE4CA"/>
    </a:custClr>
    <a:custClr name="TDK Secondary Orange 2">
      <a:srgbClr val="B14D21"/>
    </a:custClr>
    <a:custClr name="BLANK">
      <a:srgbClr val="FFFFFF"/>
    </a:custClr>
    <a:custClr name="BLANK">
      <a:srgbClr val="FFFFFF"/>
    </a:custClr>
    <a:custClr>
      <a:srgbClr val="FFFFFF"/>
    </a:custClr>
    <a:custClr>
      <a:srgbClr val="FFFFFF"/>
    </a:custClr>
    <a:custClr>
      <a:srgbClr val="FFFFFF"/>
    </a:custClr>
    <a:custClr name="TDK Secondary Gray">
      <a:srgbClr val="848484"/>
    </a:custClr>
    <a:custClr name="TDK Secondary Gray 75%">
      <a:srgbClr val="A3A3A3"/>
    </a:custClr>
    <a:custClr name="TDK Secondary Gray 50%">
      <a:srgbClr val="C1C1C1"/>
    </a:custClr>
    <a:custClr name="TDK Secondary Gray 25%">
      <a:srgbClr val="E0E0E0"/>
    </a:custClr>
    <a:custClr name="TDK Secondary Gray 2">
      <a:srgbClr val="59595A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プレゼンテーション3" id="{92EAAC52-A0B3-455A-8700-9E8F29213DAC}" vid="{7E0E0DCA-CB10-4D36-8914-2943F6E6885A}"/>
    </a:ext>
  </a:extLst>
</a:theme>
</file>

<file path=ppt/theme/theme2.xml><?xml version="1.0" encoding="utf-8"?>
<a:theme xmlns:a="http://schemas.openxmlformats.org/drawingml/2006/main" name="Office Theme">
  <a:themeElements>
    <a:clrScheme name="TDK 251009">
      <a:dk1>
        <a:srgbClr val="000000"/>
      </a:dk1>
      <a:lt1>
        <a:srgbClr val="FFFFFF"/>
      </a:lt1>
      <a:dk2>
        <a:srgbClr val="848484"/>
      </a:dk2>
      <a:lt2>
        <a:srgbClr val="D7D8D6"/>
      </a:lt2>
      <a:accent1>
        <a:srgbClr val="0046AD"/>
      </a:accent1>
      <a:accent2>
        <a:srgbClr val="1132FF"/>
      </a:accent2>
      <a:accent3>
        <a:srgbClr val="2BA8FF"/>
      </a:accent3>
      <a:accent4>
        <a:srgbClr val="C97BF4"/>
      </a:accent4>
      <a:accent5>
        <a:srgbClr val="38D189"/>
      </a:accent5>
      <a:accent6>
        <a:srgbClr val="FF932A"/>
      </a:accent6>
      <a:hlink>
        <a:srgbClr val="0000FF"/>
      </a:hlink>
      <a:folHlink>
        <a:srgbClr val="800080"/>
      </a:folHlink>
    </a:clrScheme>
    <a:fontScheme name="TDK typeface">
      <a:majorFont>
        <a:latin typeface="Meiryo UI"/>
        <a:ea typeface=""/>
        <a:cs typeface=""/>
      </a:majorFont>
      <a:minorFont>
        <a:latin typeface="Meiryo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TDK 251009">
      <a:dk1>
        <a:srgbClr val="000000"/>
      </a:dk1>
      <a:lt1>
        <a:srgbClr val="FFFFFF"/>
      </a:lt1>
      <a:dk2>
        <a:srgbClr val="848484"/>
      </a:dk2>
      <a:lt2>
        <a:srgbClr val="D7D8D6"/>
      </a:lt2>
      <a:accent1>
        <a:srgbClr val="0046AD"/>
      </a:accent1>
      <a:accent2>
        <a:srgbClr val="1132FF"/>
      </a:accent2>
      <a:accent3>
        <a:srgbClr val="2BA8FF"/>
      </a:accent3>
      <a:accent4>
        <a:srgbClr val="C97BF4"/>
      </a:accent4>
      <a:accent5>
        <a:srgbClr val="38D189"/>
      </a:accent5>
      <a:accent6>
        <a:srgbClr val="FF932A"/>
      </a:accent6>
      <a:hlink>
        <a:srgbClr val="0000FF"/>
      </a:hlink>
      <a:folHlink>
        <a:srgbClr val="800080"/>
      </a:folHlink>
    </a:clrScheme>
    <a:fontScheme name="TDK typeface">
      <a:majorFont>
        <a:latin typeface="Meiryo UI"/>
        <a:ea typeface=""/>
        <a:cs typeface=""/>
      </a:majorFont>
      <a:minorFont>
        <a:latin typeface="Meiryo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F0FF76C-9BB9-4938-B11A-7015AA50983E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02062EB18FC9041813E1A2FDAFD3DD9" ma:contentTypeVersion="15" ma:contentTypeDescription="新しいドキュメントを作成します。" ma:contentTypeScope="" ma:versionID="104c82f19b50a19506fe76b81191aea6">
  <xsd:schema xmlns:xsd="http://www.w3.org/2001/XMLSchema" xmlns:xs="http://www.w3.org/2001/XMLSchema" xmlns:p="http://schemas.microsoft.com/office/2006/metadata/properties" xmlns:ns2="374171cb-1a67-486c-a2d1-06e940a1d896" xmlns:ns3="e62a525d-ab19-4a7e-869b-3fe0d7a93551" targetNamespace="http://schemas.microsoft.com/office/2006/metadata/properties" ma:root="true" ma:fieldsID="d6b40c101846ebfc8e87b47d7e960017" ns2:_="" ns3:_="">
    <xsd:import namespace="374171cb-1a67-486c-a2d1-06e940a1d896"/>
    <xsd:import namespace="e62a525d-ab19-4a7e-869b-3fe0d7a935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_x6ce8__x610f__x4e8b__x9805_" minOccurs="0"/>
                <xsd:element ref="ns2:nam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171cb-1a67-486c-a2d1-06e940a1d8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93bdc066-e0e3-4c7c-b8ac-83d7960dc8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6ce8__x610f__x4e8b__x9805_" ma:index="20" nillable="true" ma:displayName="注意事項" ma:description="The Usage right is until August 31, 2026. Modifying, editing, or partially cropping this video is not allowed due to copyright restrictions. If you have any request, please contact &lt;TJP.brand-helpdesk@tdk.com&gt;" ma:format="Dropdown" ma:internalName="_x6ce8__x610f__x4e8b__x9805_">
      <xsd:simpleType>
        <xsd:restriction base="dms:Text">
          <xsd:maxLength value="255"/>
        </xsd:restriction>
      </xsd:simpleType>
    </xsd:element>
    <xsd:element name="namer" ma:index="21" nillable="true" ma:displayName="namer" ma:format="Dropdown" ma:list="UserInfo" ma:SharePointGroup="0" ma:internalName="nam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2a525d-ab19-4a7e-869b-3fe0d7a9355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8b77658-d3ad-461c-86c1-a17b22bad6e4}" ma:internalName="TaxCatchAll" ma:showField="CatchAllData" ma:web="e62a525d-ab19-4a7e-869b-3fe0d7a935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74171cb-1a67-486c-a2d1-06e940a1d896">
      <Terms xmlns="http://schemas.microsoft.com/office/infopath/2007/PartnerControls"/>
    </lcf76f155ced4ddcb4097134ff3c332f>
    <TaxCatchAll xmlns="e62a525d-ab19-4a7e-869b-3fe0d7a93551" xsi:nil="true"/>
    <namer xmlns="374171cb-1a67-486c-a2d1-06e940a1d896">
      <UserInfo>
        <DisplayName/>
        <AccountId xsi:nil="true"/>
        <AccountType/>
      </UserInfo>
    </namer>
    <_x6ce8__x610f__x4e8b__x9805_ xmlns="374171cb-1a67-486c-a2d1-06e940a1d896">※Please download the template on your PC and edit it. ※ここでは編集しないでください。まず最初にご自身のパソコンにダウンロードしてからご利用ください。</_x6ce8__x610f__x4e8b__x9805_>
  </documentManagement>
</p:properties>
</file>

<file path=customXml/itemProps1.xml><?xml version="1.0" encoding="utf-8"?>
<ds:datastoreItem xmlns:ds="http://schemas.openxmlformats.org/officeDocument/2006/customXml" ds:itemID="{02A027E0-2DEB-49B0-B53D-FFC36FA56C5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FE82EEC-B49C-4E6B-88E2-18C4F40CFC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4171cb-1a67-486c-a2d1-06e940a1d896"/>
    <ds:schemaRef ds:uri="e62a525d-ab19-4a7e-869b-3fe0d7a935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F76FB3F-8258-4F44-9CD0-0A5A9985A1D4}">
  <ds:schemaRefs>
    <ds:schemaRef ds:uri="http://schemas.microsoft.com/office/2006/metadata/properties"/>
    <ds:schemaRef ds:uri="http://schemas.microsoft.com/office/infopath/2007/PartnerControls"/>
    <ds:schemaRef ds:uri="16c6b4b4-9223-4653-8240-a64c63e8e656"/>
    <ds:schemaRef ds:uri="572511bc-9156-41a6-9a9e-2c0117ddd85b"/>
    <ds:schemaRef ds:uri="374171cb-1a67-486c-a2d1-06e940a1d896"/>
    <ds:schemaRef ds:uri="e62a525d-ab19-4a7e-869b-3fe0d7a93551"/>
  </ds:schemaRefs>
</ds:datastoreItem>
</file>

<file path=docMetadata/LabelInfo.xml><?xml version="1.0" encoding="utf-8"?>
<clbl:labelList xmlns:clbl="http://schemas.microsoft.com/office/2020/mipLabelMetadata">
  <clbl:label id="{8e19d756-792e-42a1-bcad-4cb9051ddd2d}" enabled="1" method="Standard" siteId="{41eb501a-f671-4ce0-a5bf-b64168c3705f}" removed="0"/>
  <clbl:label id="{ca92b90d-8b2c-464d-94f0-5bcfb983aed4}" enabled="1" method="Privileged" siteId="{7e452255-946f-4f17-800a-a0fb6835dc6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L2 Internal Use Only TDK 2.0 template 260327_</Template>
  <TotalTime>551</TotalTime>
  <Words>1350</Words>
  <Application>Microsoft Office PowerPoint</Application>
  <PresentationFormat>Widescreen</PresentationFormat>
  <Paragraphs>225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Meiryo UI</vt:lpstr>
      <vt:lpstr>Aptos</vt:lpstr>
      <vt:lpstr>Segoe UI Variable Text</vt:lpstr>
      <vt:lpstr>Wingdings 3</vt:lpstr>
      <vt:lpstr>L2 TDK Template 2.0.2</vt:lpstr>
      <vt:lpstr>Tracebility for semi-complete goods(PCB)</vt:lpstr>
      <vt:lpstr>Procedure step to generate Semi-complete Travel card </vt:lpstr>
      <vt:lpstr>Procedure step to generate Semi-complete Travel card </vt:lpstr>
      <vt:lpstr>Procedure step to generate Semi-complete Travel card </vt:lpstr>
      <vt:lpstr>Procedure step to generate Semi-complete Travel card </vt:lpstr>
      <vt:lpstr>Tracebility for semi-complete goods(Back splitter assembly)</vt:lpstr>
      <vt:lpstr>Procedure step to generate Offline Travel card </vt:lpstr>
      <vt:lpstr>Procedure step to generate Offline Travel card </vt:lpstr>
      <vt:lpstr>Procedure step to generate Offline Travel card </vt:lpstr>
      <vt:lpstr>Procedure step to generate Semi-complete Travel card </vt:lpstr>
      <vt:lpstr>Tracebility for BMS product</vt:lpstr>
      <vt:lpstr>Format of request sheet</vt:lpstr>
      <vt:lpstr>Format of request sheet</vt:lpstr>
      <vt:lpstr>Customer color code</vt:lpstr>
      <vt:lpstr>Procedure step to generate Travel card </vt:lpstr>
      <vt:lpstr>Procedure step to generate Travel card </vt:lpstr>
      <vt:lpstr>Procedure step to generate Travel card </vt:lpstr>
      <vt:lpstr>Procedure step to generate Travel card </vt:lpstr>
      <vt:lpstr>Procedure step to generate Travel card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Tracebility for semi-complete goods(PCB)</dc:title>
  <dc:creator>Yuichiro Yamaji</dc:creator>
  <cp:lastModifiedBy>Lans Galos</cp:lastModifiedBy>
  <cp:revision>4</cp:revision>
  <dcterms:created xsi:type="dcterms:W3CDTF">2026-07-10T10:48:27Z</dcterms:created>
  <dcterms:modified xsi:type="dcterms:W3CDTF">2026-07-20T05:11:26Z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0x010100302062EB18FC9041813E1A2FDAFD3DD9</vt:lpwstr>
  </property>
  <property fmtid="{D5CDD505-2E9C-101B-9397-08002B2CF9AE}" pid="3" name="MediaServiceImageTags">
    <vt:lpwstr/>
  </property>
  <property fmtid="{D5CDD505-2E9C-101B-9397-08002B2CF9AE}" pid="4" name="ClassificationContentMarkingHeaderLocations">
    <vt:lpwstr>L2 TDK Template 2.0.2:9</vt:lpwstr>
  </property>
  <property fmtid="{D5CDD505-2E9C-101B-9397-08002B2CF9AE}" pid="5" name="ClassificationContentMarkingHeaderText">
    <vt:lpwstr>L2: Internal use only</vt:lpwstr>
  </property>
</Properties>
</file>